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572" r:id="rId5"/>
    <p:sldId id="2640" r:id="rId6"/>
    <p:sldId id="2683" r:id="rId7"/>
    <p:sldId id="73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 varScale="1">
        <p:scale>
          <a:sx n="66" d="100"/>
          <a:sy n="66" d="100"/>
        </p:scale>
        <p:origin x="8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B48FD0-5D93-EB41-A9B4-C47A971CEF84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8E962DE1-4738-4A49-81C3-B326D40A0EAC}">
      <dgm:prSet phldrT="[Text]"/>
      <dgm:spPr/>
      <dgm:t>
        <a:bodyPr/>
        <a:lstStyle/>
        <a:p>
          <a:r>
            <a:rPr lang="en-GB" dirty="0"/>
            <a:t>Project Goal</a:t>
          </a:r>
        </a:p>
      </dgm:t>
    </dgm:pt>
    <dgm:pt modelId="{30A119DB-B191-C544-A9D2-EFEA586523E2}" type="parTrans" cxnId="{7540210B-C96A-904E-B82B-B82F7D71B2E1}">
      <dgm:prSet/>
      <dgm:spPr/>
      <dgm:t>
        <a:bodyPr/>
        <a:lstStyle/>
        <a:p>
          <a:endParaRPr lang="en-GB"/>
        </a:p>
      </dgm:t>
    </dgm:pt>
    <dgm:pt modelId="{46F9F415-C78E-8A4D-B65A-EED8FEF84375}" type="sibTrans" cxnId="{7540210B-C96A-904E-B82B-B82F7D71B2E1}">
      <dgm:prSet/>
      <dgm:spPr/>
      <dgm:t>
        <a:bodyPr/>
        <a:lstStyle/>
        <a:p>
          <a:endParaRPr lang="en-GB"/>
        </a:p>
      </dgm:t>
    </dgm:pt>
    <dgm:pt modelId="{95541517-5C40-324C-8D08-90B74FE9D22F}">
      <dgm:prSet phldrT="[Text]"/>
      <dgm:spPr>
        <a:ln>
          <a:solidFill>
            <a:schemeClr val="accent3"/>
          </a:solidFill>
        </a:ln>
      </dgm:spPr>
      <dgm:t>
        <a:bodyPr/>
        <a:lstStyle/>
        <a:p>
          <a:r>
            <a:rPr lang="en-GB" dirty="0"/>
            <a:t>Phases</a:t>
          </a:r>
        </a:p>
      </dgm:t>
    </dgm:pt>
    <dgm:pt modelId="{50501FE9-D07E-9342-8796-963E6B6BD7FB}" type="parTrans" cxnId="{0DEA3BF2-D51B-5F45-92C0-48272BA1CC37}">
      <dgm:prSet/>
      <dgm:spPr/>
      <dgm:t>
        <a:bodyPr/>
        <a:lstStyle/>
        <a:p>
          <a:endParaRPr lang="en-GB"/>
        </a:p>
      </dgm:t>
    </dgm:pt>
    <dgm:pt modelId="{7465AB8D-3C6D-3B43-9734-861A6EE390F5}" type="sibTrans" cxnId="{0DEA3BF2-D51B-5F45-92C0-48272BA1CC37}">
      <dgm:prSet/>
      <dgm:spPr/>
      <dgm:t>
        <a:bodyPr/>
        <a:lstStyle/>
        <a:p>
          <a:endParaRPr lang="en-GB"/>
        </a:p>
      </dgm:t>
    </dgm:pt>
    <dgm:pt modelId="{97210269-E852-B34F-9860-4CE69E266C74}">
      <dgm:prSet phldrT="[Text]"/>
      <dgm:spPr>
        <a:ln>
          <a:solidFill>
            <a:schemeClr val="accent6"/>
          </a:solidFill>
        </a:ln>
      </dgm:spPr>
      <dgm:t>
        <a:bodyPr/>
        <a:lstStyle/>
        <a:p>
          <a:r>
            <a:rPr lang="en-GB" dirty="0"/>
            <a:t>Stages</a:t>
          </a:r>
        </a:p>
      </dgm:t>
    </dgm:pt>
    <dgm:pt modelId="{A12EFB3F-4A50-AA44-8DDA-95D7F3AFB624}" type="parTrans" cxnId="{4B3E1CDF-E4EC-7541-B2C2-235BB31EF03E}">
      <dgm:prSet/>
      <dgm:spPr/>
      <dgm:t>
        <a:bodyPr/>
        <a:lstStyle/>
        <a:p>
          <a:endParaRPr lang="en-GB"/>
        </a:p>
      </dgm:t>
    </dgm:pt>
    <dgm:pt modelId="{763BEA95-8F63-0346-9E39-860738CBF495}" type="sibTrans" cxnId="{4B3E1CDF-E4EC-7541-B2C2-235BB31EF03E}">
      <dgm:prSet/>
      <dgm:spPr/>
      <dgm:t>
        <a:bodyPr/>
        <a:lstStyle/>
        <a:p>
          <a:endParaRPr lang="en-GB"/>
        </a:p>
      </dgm:t>
    </dgm:pt>
    <dgm:pt modelId="{9790A982-267D-DA46-B10A-993A7C6C84C3}">
      <dgm:prSet phldrT="[Text]"/>
      <dgm:spPr>
        <a:ln>
          <a:solidFill>
            <a:schemeClr val="accent5"/>
          </a:solidFill>
        </a:ln>
      </dgm:spPr>
      <dgm:t>
        <a:bodyPr/>
        <a:lstStyle/>
        <a:p>
          <a:r>
            <a:rPr lang="en-GB" dirty="0"/>
            <a:t>Activities/</a:t>
          </a:r>
        </a:p>
        <a:p>
          <a:r>
            <a:rPr lang="en-GB" dirty="0"/>
            <a:t>Deliverables</a:t>
          </a:r>
        </a:p>
      </dgm:t>
    </dgm:pt>
    <dgm:pt modelId="{A9F8A691-DCD9-A241-8A4D-C3B818A66177}" type="parTrans" cxnId="{6EEDF943-7FDC-DB46-97A7-F7D978F43E1C}">
      <dgm:prSet/>
      <dgm:spPr/>
      <dgm:t>
        <a:bodyPr/>
        <a:lstStyle/>
        <a:p>
          <a:endParaRPr lang="en-GB"/>
        </a:p>
      </dgm:t>
    </dgm:pt>
    <dgm:pt modelId="{AA09F7D0-411F-024F-BC2F-1C12A5FCE5E3}" type="sibTrans" cxnId="{6EEDF943-7FDC-DB46-97A7-F7D978F43E1C}">
      <dgm:prSet/>
      <dgm:spPr/>
      <dgm:t>
        <a:bodyPr/>
        <a:lstStyle/>
        <a:p>
          <a:endParaRPr lang="en-GB"/>
        </a:p>
      </dgm:t>
    </dgm:pt>
    <dgm:pt modelId="{D1720AF2-6559-564D-AD6D-99842F359517}">
      <dgm:prSet phldrT="[Text]"/>
      <dgm:spPr>
        <a:ln>
          <a:solidFill>
            <a:schemeClr val="accent1"/>
          </a:solidFill>
        </a:ln>
      </dgm:spPr>
      <dgm:t>
        <a:bodyPr/>
        <a:lstStyle/>
        <a:p>
          <a:r>
            <a:rPr lang="en-GB" dirty="0"/>
            <a:t>Tasks</a:t>
          </a:r>
        </a:p>
      </dgm:t>
    </dgm:pt>
    <dgm:pt modelId="{057EEC92-BEBA-6C40-9610-C0660AF939B6}" type="parTrans" cxnId="{B4E13BCF-2F7F-694E-832D-6D9A27203BB5}">
      <dgm:prSet/>
      <dgm:spPr/>
      <dgm:t>
        <a:bodyPr/>
        <a:lstStyle/>
        <a:p>
          <a:endParaRPr lang="en-GB"/>
        </a:p>
      </dgm:t>
    </dgm:pt>
    <dgm:pt modelId="{B747BD9C-114F-CF4E-B97E-BDF56DFEA73A}" type="sibTrans" cxnId="{B4E13BCF-2F7F-694E-832D-6D9A27203BB5}">
      <dgm:prSet/>
      <dgm:spPr/>
      <dgm:t>
        <a:bodyPr/>
        <a:lstStyle/>
        <a:p>
          <a:endParaRPr lang="en-GB"/>
        </a:p>
      </dgm:t>
    </dgm:pt>
    <dgm:pt modelId="{E048E48C-C709-114C-9319-08A894F83B04}" type="pres">
      <dgm:prSet presAssocID="{71B48FD0-5D93-EB41-A9B4-C47A971CEF8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1044A43-2F1D-0246-825F-8E451A385597}" type="pres">
      <dgm:prSet presAssocID="{8E962DE1-4738-4A49-81C3-B326D40A0EAC}" presName="hierRoot1" presStyleCnt="0"/>
      <dgm:spPr/>
    </dgm:pt>
    <dgm:pt modelId="{1E6F5C57-D125-E44C-84C4-A45F1E7A1CE7}" type="pres">
      <dgm:prSet presAssocID="{8E962DE1-4738-4A49-81C3-B326D40A0EAC}" presName="composite" presStyleCnt="0"/>
      <dgm:spPr/>
    </dgm:pt>
    <dgm:pt modelId="{9EDD8629-848B-4944-9471-C18C04288B4E}" type="pres">
      <dgm:prSet presAssocID="{8E962DE1-4738-4A49-81C3-B326D40A0EAC}" presName="background" presStyleLbl="node0" presStyleIdx="0" presStyleCnt="5"/>
      <dgm:spPr/>
    </dgm:pt>
    <dgm:pt modelId="{8DF37A63-B7FC-564F-BE04-1E9B0C28B429}" type="pres">
      <dgm:prSet presAssocID="{8E962DE1-4738-4A49-81C3-B326D40A0EAC}" presName="text" presStyleLbl="fgAcc0" presStyleIdx="0" presStyleCnt="5">
        <dgm:presLayoutVars>
          <dgm:chPref val="3"/>
        </dgm:presLayoutVars>
      </dgm:prSet>
      <dgm:spPr/>
    </dgm:pt>
    <dgm:pt modelId="{32F60EBB-771E-EB4B-A42C-B3E797B2FC3E}" type="pres">
      <dgm:prSet presAssocID="{8E962DE1-4738-4A49-81C3-B326D40A0EAC}" presName="hierChild2" presStyleCnt="0"/>
      <dgm:spPr/>
    </dgm:pt>
    <dgm:pt modelId="{2964EF16-69F1-AC45-84CD-A41518CB60B5}" type="pres">
      <dgm:prSet presAssocID="{95541517-5C40-324C-8D08-90B74FE9D22F}" presName="hierRoot1" presStyleCnt="0"/>
      <dgm:spPr/>
    </dgm:pt>
    <dgm:pt modelId="{424FE324-2E0F-FE45-A6BE-9224620799B6}" type="pres">
      <dgm:prSet presAssocID="{95541517-5C40-324C-8D08-90B74FE9D22F}" presName="composite" presStyleCnt="0"/>
      <dgm:spPr/>
    </dgm:pt>
    <dgm:pt modelId="{31A1B010-BC44-A542-B40A-845955C0FA85}" type="pres">
      <dgm:prSet presAssocID="{95541517-5C40-324C-8D08-90B74FE9D22F}" presName="background" presStyleLbl="node0" presStyleIdx="1" presStyleCnt="5"/>
      <dgm:spPr>
        <a:solidFill>
          <a:schemeClr val="accent3"/>
        </a:solidFill>
      </dgm:spPr>
    </dgm:pt>
    <dgm:pt modelId="{33300F94-8E67-C949-AF70-3D75417A189C}" type="pres">
      <dgm:prSet presAssocID="{95541517-5C40-324C-8D08-90B74FE9D22F}" presName="text" presStyleLbl="fgAcc0" presStyleIdx="1" presStyleCnt="5">
        <dgm:presLayoutVars>
          <dgm:chPref val="3"/>
        </dgm:presLayoutVars>
      </dgm:prSet>
      <dgm:spPr/>
    </dgm:pt>
    <dgm:pt modelId="{82995BAA-4EF6-C447-8CC3-8333E7616906}" type="pres">
      <dgm:prSet presAssocID="{95541517-5C40-324C-8D08-90B74FE9D22F}" presName="hierChild2" presStyleCnt="0"/>
      <dgm:spPr/>
    </dgm:pt>
    <dgm:pt modelId="{FFFA3648-299B-3A4C-B183-2DBDC94AB296}" type="pres">
      <dgm:prSet presAssocID="{97210269-E852-B34F-9860-4CE69E266C74}" presName="hierRoot1" presStyleCnt="0"/>
      <dgm:spPr/>
    </dgm:pt>
    <dgm:pt modelId="{E6ECE1EB-336B-6E47-B8F9-D2C759C8C056}" type="pres">
      <dgm:prSet presAssocID="{97210269-E852-B34F-9860-4CE69E266C74}" presName="composite" presStyleCnt="0"/>
      <dgm:spPr/>
    </dgm:pt>
    <dgm:pt modelId="{45C8B40E-7096-4046-AA1B-D9B0F99315CF}" type="pres">
      <dgm:prSet presAssocID="{97210269-E852-B34F-9860-4CE69E266C74}" presName="background" presStyleLbl="node0" presStyleIdx="2" presStyleCnt="5"/>
      <dgm:spPr>
        <a:solidFill>
          <a:schemeClr val="accent6"/>
        </a:solidFill>
      </dgm:spPr>
    </dgm:pt>
    <dgm:pt modelId="{F582A21B-5768-2245-AE92-89794AEE8916}" type="pres">
      <dgm:prSet presAssocID="{97210269-E852-B34F-9860-4CE69E266C74}" presName="text" presStyleLbl="fgAcc0" presStyleIdx="2" presStyleCnt="5">
        <dgm:presLayoutVars>
          <dgm:chPref val="3"/>
        </dgm:presLayoutVars>
      </dgm:prSet>
      <dgm:spPr/>
    </dgm:pt>
    <dgm:pt modelId="{4FE3FCCF-06F7-BF45-AC1D-2E6A9DF1561B}" type="pres">
      <dgm:prSet presAssocID="{97210269-E852-B34F-9860-4CE69E266C74}" presName="hierChild2" presStyleCnt="0"/>
      <dgm:spPr/>
    </dgm:pt>
    <dgm:pt modelId="{4402F540-82F9-2549-A695-CAD075D669FE}" type="pres">
      <dgm:prSet presAssocID="{9790A982-267D-DA46-B10A-993A7C6C84C3}" presName="hierRoot1" presStyleCnt="0"/>
      <dgm:spPr/>
    </dgm:pt>
    <dgm:pt modelId="{6B491A6A-3DE2-6640-A89D-AC6610941DC9}" type="pres">
      <dgm:prSet presAssocID="{9790A982-267D-DA46-B10A-993A7C6C84C3}" presName="composite" presStyleCnt="0"/>
      <dgm:spPr/>
    </dgm:pt>
    <dgm:pt modelId="{B36D39D6-D6C4-4840-9C14-711CFCB9FB46}" type="pres">
      <dgm:prSet presAssocID="{9790A982-267D-DA46-B10A-993A7C6C84C3}" presName="background" presStyleLbl="node0" presStyleIdx="3" presStyleCnt="5"/>
      <dgm:spPr>
        <a:solidFill>
          <a:schemeClr val="accent5"/>
        </a:solidFill>
      </dgm:spPr>
    </dgm:pt>
    <dgm:pt modelId="{391427C1-C1EC-DB4A-9FE1-BA245B41E175}" type="pres">
      <dgm:prSet presAssocID="{9790A982-267D-DA46-B10A-993A7C6C84C3}" presName="text" presStyleLbl="fgAcc0" presStyleIdx="3" presStyleCnt="5">
        <dgm:presLayoutVars>
          <dgm:chPref val="3"/>
        </dgm:presLayoutVars>
      </dgm:prSet>
      <dgm:spPr/>
    </dgm:pt>
    <dgm:pt modelId="{01DFA3EA-1D18-6D4C-AB4A-FC0490B7A65B}" type="pres">
      <dgm:prSet presAssocID="{9790A982-267D-DA46-B10A-993A7C6C84C3}" presName="hierChild2" presStyleCnt="0"/>
      <dgm:spPr/>
    </dgm:pt>
    <dgm:pt modelId="{F592CD45-9DEC-734E-8802-B32ABA6F0FB3}" type="pres">
      <dgm:prSet presAssocID="{D1720AF2-6559-564D-AD6D-99842F359517}" presName="hierRoot1" presStyleCnt="0"/>
      <dgm:spPr/>
    </dgm:pt>
    <dgm:pt modelId="{A317E6E0-7828-8E4F-AFD2-1E8D390A015B}" type="pres">
      <dgm:prSet presAssocID="{D1720AF2-6559-564D-AD6D-99842F359517}" presName="composite" presStyleCnt="0"/>
      <dgm:spPr/>
    </dgm:pt>
    <dgm:pt modelId="{EEB7F8B6-B314-2044-A89E-7BD7C1199DDD}" type="pres">
      <dgm:prSet presAssocID="{D1720AF2-6559-564D-AD6D-99842F359517}" presName="background" presStyleLbl="node0" presStyleIdx="4" presStyleCnt="5"/>
      <dgm:spPr>
        <a:solidFill>
          <a:schemeClr val="accent1"/>
        </a:solidFill>
      </dgm:spPr>
    </dgm:pt>
    <dgm:pt modelId="{B58C05BA-02E1-0C42-BA91-C55DF820E0AF}" type="pres">
      <dgm:prSet presAssocID="{D1720AF2-6559-564D-AD6D-99842F359517}" presName="text" presStyleLbl="fgAcc0" presStyleIdx="4" presStyleCnt="5">
        <dgm:presLayoutVars>
          <dgm:chPref val="3"/>
        </dgm:presLayoutVars>
      </dgm:prSet>
      <dgm:spPr/>
    </dgm:pt>
    <dgm:pt modelId="{5657B57B-6C25-8249-80D9-35B496A84F26}" type="pres">
      <dgm:prSet presAssocID="{D1720AF2-6559-564D-AD6D-99842F359517}" presName="hierChild2" presStyleCnt="0"/>
      <dgm:spPr/>
    </dgm:pt>
  </dgm:ptLst>
  <dgm:cxnLst>
    <dgm:cxn modelId="{7540210B-C96A-904E-B82B-B82F7D71B2E1}" srcId="{71B48FD0-5D93-EB41-A9B4-C47A971CEF84}" destId="{8E962DE1-4738-4A49-81C3-B326D40A0EAC}" srcOrd="0" destOrd="0" parTransId="{30A119DB-B191-C544-A9D2-EFEA586523E2}" sibTransId="{46F9F415-C78E-8A4D-B65A-EED8FEF84375}"/>
    <dgm:cxn modelId="{40B15110-AB54-B244-A5F5-C109ACF05D40}" type="presOf" srcId="{8E962DE1-4738-4A49-81C3-B326D40A0EAC}" destId="{8DF37A63-B7FC-564F-BE04-1E9B0C28B429}" srcOrd="0" destOrd="0" presId="urn:microsoft.com/office/officeart/2005/8/layout/hierarchy1"/>
    <dgm:cxn modelId="{AB271C34-7EB6-9F49-A5DE-E69804246211}" type="presOf" srcId="{71B48FD0-5D93-EB41-A9B4-C47A971CEF84}" destId="{E048E48C-C709-114C-9319-08A894F83B04}" srcOrd="0" destOrd="0" presId="urn:microsoft.com/office/officeart/2005/8/layout/hierarchy1"/>
    <dgm:cxn modelId="{664AA93E-8D2B-DB4F-9244-5FE8683B48D3}" type="presOf" srcId="{D1720AF2-6559-564D-AD6D-99842F359517}" destId="{B58C05BA-02E1-0C42-BA91-C55DF820E0AF}" srcOrd="0" destOrd="0" presId="urn:microsoft.com/office/officeart/2005/8/layout/hierarchy1"/>
    <dgm:cxn modelId="{6EEDF943-7FDC-DB46-97A7-F7D978F43E1C}" srcId="{71B48FD0-5D93-EB41-A9B4-C47A971CEF84}" destId="{9790A982-267D-DA46-B10A-993A7C6C84C3}" srcOrd="3" destOrd="0" parTransId="{A9F8A691-DCD9-A241-8A4D-C3B818A66177}" sibTransId="{AA09F7D0-411F-024F-BC2F-1C12A5FCE5E3}"/>
    <dgm:cxn modelId="{B1D8D750-611E-D340-9BE7-91B4544DE41E}" type="presOf" srcId="{95541517-5C40-324C-8D08-90B74FE9D22F}" destId="{33300F94-8E67-C949-AF70-3D75417A189C}" srcOrd="0" destOrd="0" presId="urn:microsoft.com/office/officeart/2005/8/layout/hierarchy1"/>
    <dgm:cxn modelId="{F8148477-2935-4A40-8861-2F882A0B5669}" type="presOf" srcId="{9790A982-267D-DA46-B10A-993A7C6C84C3}" destId="{391427C1-C1EC-DB4A-9FE1-BA245B41E175}" srcOrd="0" destOrd="0" presId="urn:microsoft.com/office/officeart/2005/8/layout/hierarchy1"/>
    <dgm:cxn modelId="{CE6FF1C2-330C-1242-8128-3E550240C204}" type="presOf" srcId="{97210269-E852-B34F-9860-4CE69E266C74}" destId="{F582A21B-5768-2245-AE92-89794AEE8916}" srcOrd="0" destOrd="0" presId="urn:microsoft.com/office/officeart/2005/8/layout/hierarchy1"/>
    <dgm:cxn modelId="{B4E13BCF-2F7F-694E-832D-6D9A27203BB5}" srcId="{71B48FD0-5D93-EB41-A9B4-C47A971CEF84}" destId="{D1720AF2-6559-564D-AD6D-99842F359517}" srcOrd="4" destOrd="0" parTransId="{057EEC92-BEBA-6C40-9610-C0660AF939B6}" sibTransId="{B747BD9C-114F-CF4E-B97E-BDF56DFEA73A}"/>
    <dgm:cxn modelId="{4B3E1CDF-E4EC-7541-B2C2-235BB31EF03E}" srcId="{71B48FD0-5D93-EB41-A9B4-C47A971CEF84}" destId="{97210269-E852-B34F-9860-4CE69E266C74}" srcOrd="2" destOrd="0" parTransId="{A12EFB3F-4A50-AA44-8DDA-95D7F3AFB624}" sibTransId="{763BEA95-8F63-0346-9E39-860738CBF495}"/>
    <dgm:cxn modelId="{0DEA3BF2-D51B-5F45-92C0-48272BA1CC37}" srcId="{71B48FD0-5D93-EB41-A9B4-C47A971CEF84}" destId="{95541517-5C40-324C-8D08-90B74FE9D22F}" srcOrd="1" destOrd="0" parTransId="{50501FE9-D07E-9342-8796-963E6B6BD7FB}" sibTransId="{7465AB8D-3C6D-3B43-9734-861A6EE390F5}"/>
    <dgm:cxn modelId="{2D6D8D23-120C-DA43-BABC-B72381F49719}" type="presParOf" srcId="{E048E48C-C709-114C-9319-08A894F83B04}" destId="{91044A43-2F1D-0246-825F-8E451A385597}" srcOrd="0" destOrd="0" presId="urn:microsoft.com/office/officeart/2005/8/layout/hierarchy1"/>
    <dgm:cxn modelId="{F17F5F4C-48F3-4740-BA41-DFA6A5A757E4}" type="presParOf" srcId="{91044A43-2F1D-0246-825F-8E451A385597}" destId="{1E6F5C57-D125-E44C-84C4-A45F1E7A1CE7}" srcOrd="0" destOrd="0" presId="urn:microsoft.com/office/officeart/2005/8/layout/hierarchy1"/>
    <dgm:cxn modelId="{FA992392-BEF6-2040-BDF3-F8C62A90D159}" type="presParOf" srcId="{1E6F5C57-D125-E44C-84C4-A45F1E7A1CE7}" destId="{9EDD8629-848B-4944-9471-C18C04288B4E}" srcOrd="0" destOrd="0" presId="urn:microsoft.com/office/officeart/2005/8/layout/hierarchy1"/>
    <dgm:cxn modelId="{FD9600C4-8BF1-DB4C-AE7E-4F9DDA9AE337}" type="presParOf" srcId="{1E6F5C57-D125-E44C-84C4-A45F1E7A1CE7}" destId="{8DF37A63-B7FC-564F-BE04-1E9B0C28B429}" srcOrd="1" destOrd="0" presId="urn:microsoft.com/office/officeart/2005/8/layout/hierarchy1"/>
    <dgm:cxn modelId="{0CB774F2-183A-084F-BC1C-700AAA85D32E}" type="presParOf" srcId="{91044A43-2F1D-0246-825F-8E451A385597}" destId="{32F60EBB-771E-EB4B-A42C-B3E797B2FC3E}" srcOrd="1" destOrd="0" presId="urn:microsoft.com/office/officeart/2005/8/layout/hierarchy1"/>
    <dgm:cxn modelId="{33FA68F3-EB70-D749-A32B-BB8F1D332519}" type="presParOf" srcId="{E048E48C-C709-114C-9319-08A894F83B04}" destId="{2964EF16-69F1-AC45-84CD-A41518CB60B5}" srcOrd="1" destOrd="0" presId="urn:microsoft.com/office/officeart/2005/8/layout/hierarchy1"/>
    <dgm:cxn modelId="{372C7133-D635-7240-B31C-09B3EBF436F5}" type="presParOf" srcId="{2964EF16-69F1-AC45-84CD-A41518CB60B5}" destId="{424FE324-2E0F-FE45-A6BE-9224620799B6}" srcOrd="0" destOrd="0" presId="urn:microsoft.com/office/officeart/2005/8/layout/hierarchy1"/>
    <dgm:cxn modelId="{9E33B1EF-755D-F04B-B4B2-DF4BC77A170B}" type="presParOf" srcId="{424FE324-2E0F-FE45-A6BE-9224620799B6}" destId="{31A1B010-BC44-A542-B40A-845955C0FA85}" srcOrd="0" destOrd="0" presId="urn:microsoft.com/office/officeart/2005/8/layout/hierarchy1"/>
    <dgm:cxn modelId="{FC566D01-A227-5F4A-83CA-997D6F31FBBF}" type="presParOf" srcId="{424FE324-2E0F-FE45-A6BE-9224620799B6}" destId="{33300F94-8E67-C949-AF70-3D75417A189C}" srcOrd="1" destOrd="0" presId="urn:microsoft.com/office/officeart/2005/8/layout/hierarchy1"/>
    <dgm:cxn modelId="{025B5239-817E-1F49-A2C8-DA32229C2CB2}" type="presParOf" srcId="{2964EF16-69F1-AC45-84CD-A41518CB60B5}" destId="{82995BAA-4EF6-C447-8CC3-8333E7616906}" srcOrd="1" destOrd="0" presId="urn:microsoft.com/office/officeart/2005/8/layout/hierarchy1"/>
    <dgm:cxn modelId="{B7335337-472A-FD47-8E98-7A63E328E261}" type="presParOf" srcId="{E048E48C-C709-114C-9319-08A894F83B04}" destId="{FFFA3648-299B-3A4C-B183-2DBDC94AB296}" srcOrd="2" destOrd="0" presId="urn:microsoft.com/office/officeart/2005/8/layout/hierarchy1"/>
    <dgm:cxn modelId="{B5A6F36B-48F5-EF4D-9E1C-4EB65DAF1303}" type="presParOf" srcId="{FFFA3648-299B-3A4C-B183-2DBDC94AB296}" destId="{E6ECE1EB-336B-6E47-B8F9-D2C759C8C056}" srcOrd="0" destOrd="0" presId="urn:microsoft.com/office/officeart/2005/8/layout/hierarchy1"/>
    <dgm:cxn modelId="{61B03A76-8E67-FB4A-A866-59C3AD58FC6A}" type="presParOf" srcId="{E6ECE1EB-336B-6E47-B8F9-D2C759C8C056}" destId="{45C8B40E-7096-4046-AA1B-D9B0F99315CF}" srcOrd="0" destOrd="0" presId="urn:microsoft.com/office/officeart/2005/8/layout/hierarchy1"/>
    <dgm:cxn modelId="{C2DCD798-BE34-8C4D-AD07-734006DDF9AE}" type="presParOf" srcId="{E6ECE1EB-336B-6E47-B8F9-D2C759C8C056}" destId="{F582A21B-5768-2245-AE92-89794AEE8916}" srcOrd="1" destOrd="0" presId="urn:microsoft.com/office/officeart/2005/8/layout/hierarchy1"/>
    <dgm:cxn modelId="{99084566-8117-FA48-9EA8-0B0B48FA55C6}" type="presParOf" srcId="{FFFA3648-299B-3A4C-B183-2DBDC94AB296}" destId="{4FE3FCCF-06F7-BF45-AC1D-2E6A9DF1561B}" srcOrd="1" destOrd="0" presId="urn:microsoft.com/office/officeart/2005/8/layout/hierarchy1"/>
    <dgm:cxn modelId="{5AE6CE41-13F6-054A-B960-ED4C93B32E4D}" type="presParOf" srcId="{E048E48C-C709-114C-9319-08A894F83B04}" destId="{4402F540-82F9-2549-A695-CAD075D669FE}" srcOrd="3" destOrd="0" presId="urn:microsoft.com/office/officeart/2005/8/layout/hierarchy1"/>
    <dgm:cxn modelId="{5D152BFF-F8C3-B644-A72C-ACA15190BC33}" type="presParOf" srcId="{4402F540-82F9-2549-A695-CAD075D669FE}" destId="{6B491A6A-3DE2-6640-A89D-AC6610941DC9}" srcOrd="0" destOrd="0" presId="urn:microsoft.com/office/officeart/2005/8/layout/hierarchy1"/>
    <dgm:cxn modelId="{9B5F4055-E6DA-264E-8B8C-6447CC48DA4E}" type="presParOf" srcId="{6B491A6A-3DE2-6640-A89D-AC6610941DC9}" destId="{B36D39D6-D6C4-4840-9C14-711CFCB9FB46}" srcOrd="0" destOrd="0" presId="urn:microsoft.com/office/officeart/2005/8/layout/hierarchy1"/>
    <dgm:cxn modelId="{8BC272EB-B45D-C740-827C-38A53B7A2ABB}" type="presParOf" srcId="{6B491A6A-3DE2-6640-A89D-AC6610941DC9}" destId="{391427C1-C1EC-DB4A-9FE1-BA245B41E175}" srcOrd="1" destOrd="0" presId="urn:microsoft.com/office/officeart/2005/8/layout/hierarchy1"/>
    <dgm:cxn modelId="{0D80B115-5742-6C40-9121-2FE093699B2C}" type="presParOf" srcId="{4402F540-82F9-2549-A695-CAD075D669FE}" destId="{01DFA3EA-1D18-6D4C-AB4A-FC0490B7A65B}" srcOrd="1" destOrd="0" presId="urn:microsoft.com/office/officeart/2005/8/layout/hierarchy1"/>
    <dgm:cxn modelId="{C8755CA6-3B1F-B94D-90B9-D85F0AC0FEE9}" type="presParOf" srcId="{E048E48C-C709-114C-9319-08A894F83B04}" destId="{F592CD45-9DEC-734E-8802-B32ABA6F0FB3}" srcOrd="4" destOrd="0" presId="urn:microsoft.com/office/officeart/2005/8/layout/hierarchy1"/>
    <dgm:cxn modelId="{E0ABFCC3-02A9-E043-AF8C-33B26DC78906}" type="presParOf" srcId="{F592CD45-9DEC-734E-8802-B32ABA6F0FB3}" destId="{A317E6E0-7828-8E4F-AFD2-1E8D390A015B}" srcOrd="0" destOrd="0" presId="urn:microsoft.com/office/officeart/2005/8/layout/hierarchy1"/>
    <dgm:cxn modelId="{5721EF68-DE81-DC44-B753-FD223D144AAA}" type="presParOf" srcId="{A317E6E0-7828-8E4F-AFD2-1E8D390A015B}" destId="{EEB7F8B6-B314-2044-A89E-7BD7C1199DDD}" srcOrd="0" destOrd="0" presId="urn:microsoft.com/office/officeart/2005/8/layout/hierarchy1"/>
    <dgm:cxn modelId="{6AB55ACF-4F55-694F-A0C3-60EACC472493}" type="presParOf" srcId="{A317E6E0-7828-8E4F-AFD2-1E8D390A015B}" destId="{B58C05BA-02E1-0C42-BA91-C55DF820E0AF}" srcOrd="1" destOrd="0" presId="urn:microsoft.com/office/officeart/2005/8/layout/hierarchy1"/>
    <dgm:cxn modelId="{4DE8DDC1-69AF-174B-A150-A912B8DF6811}" type="presParOf" srcId="{F592CD45-9DEC-734E-8802-B32ABA6F0FB3}" destId="{5657B57B-6C25-8249-80D9-35B496A84F2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Create an </a:t>
          </a:r>
        </a:p>
        <a:p>
          <a:r>
            <a:rPr lang="en-GB" sz="2400" b="1" dirty="0"/>
            <a:t>‘APPLICATION’ </a:t>
          </a:r>
        </a:p>
        <a:p>
          <a:r>
            <a:rPr lang="en-GB" sz="1800" b="1" dirty="0"/>
            <a:t>as per Industry Ways of Working</a:t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200" dirty="0"/>
            <a:t>Project Charter</a:t>
          </a:r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GB" sz="1200" dirty="0"/>
            <a:t>SRS Document</a:t>
          </a:r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200" dirty="0"/>
            <a:t>WBS</a:t>
          </a:r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200" dirty="0"/>
            <a:t>Project Schedule</a:t>
          </a:r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GB" sz="1200" dirty="0"/>
            <a:t>RAID Logs</a:t>
          </a:r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type="parTrans" cxnId="{0D5AA30D-CA71-9A44-B08F-E9CA720D8700}">
      <dgm:prSet/>
      <dgm:spPr/>
      <dgm:t>
        <a:bodyPr/>
        <a:lstStyle/>
        <a:p>
          <a:endParaRPr lang="en-GB" sz="2000"/>
        </a:p>
      </dgm:t>
    </dgm:pt>
    <dgm:pt modelId="{D22C77A0-634A-E847-ACBE-C8CABEE39F57}" type="sibTrans" cxnId="{0D5AA30D-CA71-9A44-B08F-E9CA720D8700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200" dirty="0"/>
            <a:t>Lessons Learnt, Project Report</a:t>
          </a:r>
        </a:p>
      </dgm:t>
    </dgm:pt>
    <dgm:pt modelId="{C048921F-4EB1-284C-AA0A-60D6AD5FBA44}" type="parTrans" cxnId="{A9595C70-9FCD-4C44-9CFA-6896FF1A1FE9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0A42203B-26C8-F140-A21C-18A332E5B981}" type="parTrans" cxnId="{313F0C67-CF03-C042-A6DB-182AEB0BF87B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6AA96301-8764-0345-8DBD-97A6A149FAC5}" type="sibTrans" cxnId="{313F0C67-CF03-C042-A6DB-182AEB0BF87B}">
      <dgm:prSet/>
      <dgm:spPr/>
      <dgm:t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Develop</a:t>
          </a:r>
        </a:p>
      </dgm:t>
    </dgm:pt>
    <dgm:pt modelId="{86FF38A3-C483-214F-985A-8D30B54EDF81}" type="parTrans" cxnId="{E786262D-A736-4248-892C-69B415ED560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45CF6AD3-13F7-C848-B1F5-16FDBE29A998}" type="sibTrans" cxnId="{E786262D-A736-4248-892C-69B415ED5604}">
      <dgm:prSet/>
      <dgm:spPr/>
      <dgm:t>
        <a:bodyPr/>
        <a:lstStyle/>
        <a:p>
          <a:endParaRPr lang="en-GB" sz="2000"/>
        </a:p>
      </dgm:t>
    </dgm:pt>
    <dgm:pt modelId="{3E0002A5-03D5-114A-9781-6C090D0BE78D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Test</a:t>
          </a:r>
        </a:p>
      </dgm:t>
    </dgm:pt>
    <dgm:pt modelId="{F16FF941-90DF-5F41-878C-0883EADCDDD3}" type="parTrans" cxnId="{65C77914-C3BD-CC48-B55D-55BE1013A57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EF95B67C-7088-4D4F-B98D-504BD6CF5E06}" type="sibTrans" cxnId="{65C77914-C3BD-CC48-B55D-55BE1013A579}">
      <dgm:prSet/>
      <dgm:spPr/>
      <dgm:t>
        <a:bodyPr/>
        <a:lstStyle/>
        <a:p>
          <a:endParaRPr lang="en-GB" sz="2000"/>
        </a:p>
      </dgm:t>
    </dgm:pt>
    <dgm:pt modelId="{9CF7D53B-F3DC-984D-B4E6-8F25C31E5C97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Deploy</a:t>
          </a:r>
        </a:p>
      </dgm:t>
    </dgm:pt>
    <dgm:pt modelId="{DD0F50AC-AB00-A748-AF99-554195A7089E}" type="parTrans" cxnId="{F97D133A-0D09-1048-A900-8175D377FAA5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D2E6F20F-6E07-4942-ADD7-7EF190DB0668}" type="sibTrans" cxnId="{F97D133A-0D09-1048-A900-8175D377FAA5}">
      <dgm:prSet/>
      <dgm:spPr/>
      <dgm:t>
        <a:bodyPr/>
        <a:lstStyle/>
        <a:p>
          <a:endParaRPr lang="en-GB" sz="2000"/>
        </a:p>
      </dgm:t>
    </dgm:pt>
    <dgm:pt modelId="{5ED8EFDF-8956-064A-9DFB-DCCA28CF5849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Design Specification</a:t>
          </a:r>
        </a:p>
      </dgm:t>
    </dgm:pt>
    <dgm:pt modelId="{CDA5780B-21C9-BC4E-83B6-3CDECF37478F}" type="parTrans" cxnId="{E1AD37AF-C5B6-AD41-AFD3-00738B1A7A52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C064E7FB-F77B-8B43-B893-C50FB7B07648}" type="sibTrans" cxnId="{E1AD37AF-C5B6-AD41-AFD3-00738B1A7A52}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Code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>
        <a:bodyPr/>
        <a:lstStyle/>
        <a:p>
          <a:endParaRPr lang="en-GB" sz="2000"/>
        </a:p>
      </dgm:t>
    </dgm:pt>
    <dgm:pt modelId="{C0B1B4C2-CF26-6245-98C7-F52857ED528A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Plan</a:t>
          </a:r>
        </a:p>
      </dgm:t>
    </dgm:pt>
    <dgm:pt modelId="{E752A000-5711-0F4B-8B5D-326221EFD2A1}" type="parTrans" cxnId="{AAA5E7CC-0150-7F4F-AD6A-CD866A76095F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6C9CC4B-45E2-4441-8487-3F32F41D4709}" type="sibTrans" cxnId="{AAA5E7CC-0150-7F4F-AD6A-CD866A76095F}">
      <dgm:prSet/>
      <dgm:spPr/>
      <dgm:t>
        <a:bodyPr/>
        <a:lstStyle/>
        <a:p>
          <a:endParaRPr lang="en-GB" sz="2000"/>
        </a:p>
      </dgm:t>
    </dgm:pt>
    <dgm:pt modelId="{D68BBA40-1F9F-C24D-BB19-710FF1013F3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Results</a:t>
          </a:r>
        </a:p>
      </dgm:t>
    </dgm:pt>
    <dgm:pt modelId="{3A23F63D-F775-FA45-9A86-1830CB0473EB}" type="parTrans" cxnId="{D434A255-30C1-4547-9541-EB558C4DA917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FA377DC-A82F-9545-B35F-D135EC13740C}" type="sibTrans" cxnId="{D434A255-30C1-4547-9541-EB558C4DA917}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App Video,</a:t>
          </a:r>
          <a:br>
            <a:rPr lang="en-GB" sz="1200" dirty="0"/>
          </a:br>
          <a:r>
            <a:rPr lang="en-GB" sz="1200" dirty="0"/>
            <a:t>Installation Guide</a:t>
          </a:r>
        </a:p>
      </dgm:t>
    </dgm:pt>
    <dgm:pt modelId="{F2E405BB-9D46-8742-BDA8-9A651FCAAE01}" type="parTrans" cxnId="{453750EB-3F24-5C43-9F08-D8F42F13776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type="sibTrans" cxnId="{453750EB-3F24-5C43-9F08-D8F42F13776E}">
      <dgm:prSet/>
      <dgm:spPr/>
      <dgm:t>
        <a:bodyPr/>
        <a:lstStyle/>
        <a:p>
          <a:endParaRPr lang="en-GB" sz="2000"/>
        </a:p>
      </dgm:t>
    </dgm:pt>
    <dgm:pt modelId="{2E5B166C-9F1A-1A40-BE57-97EA2A4F71E6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1&gt;</a:t>
          </a:r>
        </a:p>
      </dgm:t>
    </dgm:pt>
    <dgm:pt modelId="{3C4B69D1-D6CE-7142-B782-AC33E8916659}" type="parTrans" cxnId="{B7123702-C4A0-1F47-95DA-DEE6D88184FD}">
      <dgm:prSet/>
      <dgm:spPr/>
      <dgm:t>
        <a:bodyPr/>
        <a:lstStyle/>
        <a:p>
          <a:endParaRPr lang="en-GB"/>
        </a:p>
      </dgm:t>
    </dgm:pt>
    <dgm:pt modelId="{2CF3B4AA-7C11-2546-98DE-F3AAC32AAF14}" type="sibTrans" cxnId="{B7123702-C4A0-1F47-95DA-DEE6D88184FD}">
      <dgm:prSet/>
      <dgm:spPr/>
      <dgm:t>
        <a:bodyPr/>
        <a:lstStyle/>
        <a:p>
          <a:endParaRPr lang="en-GB"/>
        </a:p>
      </dgm:t>
    </dgm:pt>
    <dgm:pt modelId="{168E6C2B-590B-9741-AD46-A772950FDC0B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2&gt;</a:t>
          </a:r>
        </a:p>
      </dgm:t>
    </dgm:pt>
    <dgm:pt modelId="{6E9D28A9-0202-6B41-9DE6-9B3EADC17B28}" type="parTrans" cxnId="{30EEB2E9-F053-4943-AE18-FF55FCA6725D}">
      <dgm:prSet/>
      <dgm:spPr/>
      <dgm:t>
        <a:bodyPr/>
        <a:lstStyle/>
        <a:p>
          <a:endParaRPr lang="en-GB"/>
        </a:p>
      </dgm:t>
    </dgm:pt>
    <dgm:pt modelId="{53626C34-1CEF-B346-B7F0-3DD53269C5B6}" type="sibTrans" cxnId="{30EEB2E9-F053-4943-AE18-FF55FCA6725D}">
      <dgm:prSet/>
      <dgm:spPr/>
      <dgm:t>
        <a:bodyPr/>
        <a:lstStyle/>
        <a:p>
          <a:endParaRPr lang="en-GB"/>
        </a:p>
      </dgm:t>
    </dgm:pt>
    <dgm:pt modelId="{5F667AE8-046B-E44C-AE01-855B5A32DC04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3&gt;</a:t>
          </a:r>
        </a:p>
      </dgm:t>
    </dgm:pt>
    <dgm:pt modelId="{D029E1B0-002C-1E4F-B8C4-E8D784F7075D}" type="parTrans" cxnId="{6547F771-C6A6-9944-81CB-E2324B811C3D}">
      <dgm:prSet/>
      <dgm:spPr/>
      <dgm:t>
        <a:bodyPr/>
        <a:lstStyle/>
        <a:p>
          <a:endParaRPr lang="en-GB"/>
        </a:p>
      </dgm:t>
    </dgm:pt>
    <dgm:pt modelId="{9BEB67CC-BC5C-9145-902E-B2D41574C4D9}" type="sibTrans" cxnId="{6547F771-C6A6-9944-81CB-E2324B811C3D}">
      <dgm:prSet/>
      <dgm:spPr/>
      <dgm:t>
        <a:bodyPr/>
        <a:lstStyle/>
        <a:p>
          <a:endParaRPr lang="en-GB"/>
        </a:p>
      </dgm:t>
    </dgm:pt>
    <dgm:pt modelId="{8914F4E6-8F5A-A647-9AC4-5F23D5F3067F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4&gt;</a:t>
          </a:r>
        </a:p>
      </dgm:t>
    </dgm:pt>
    <dgm:pt modelId="{B404269D-E280-B244-8985-C3EF359E4401}" type="parTrans" cxnId="{3735EE4F-36E3-D844-8F91-FF5D1466090B}">
      <dgm:prSet/>
      <dgm:spPr/>
      <dgm:t>
        <a:bodyPr/>
        <a:lstStyle/>
        <a:p>
          <a:endParaRPr lang="en-GB"/>
        </a:p>
      </dgm:t>
    </dgm:pt>
    <dgm:pt modelId="{5A42FEFD-13B1-4A48-A554-3AA146C7304E}" type="sibTrans" cxnId="{3735EE4F-36E3-D844-8F91-FF5D1466090B}">
      <dgm:prSet/>
      <dgm:spPr/>
      <dgm:t>
        <a:bodyPr/>
        <a:lstStyle/>
        <a:p>
          <a:endParaRPr lang="en-GB"/>
        </a:p>
      </dgm:t>
    </dgm:pt>
    <dgm:pt modelId="{D333C4C1-0537-FB48-B774-A687ACA99157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Research</a:t>
          </a:r>
        </a:p>
      </dgm:t>
    </dgm:pt>
    <dgm:pt modelId="{2C280079-523E-834B-ACAF-1472D33814CB}" type="parTrans" cxnId="{DF29D645-36D8-004D-9280-9906FCD0AF3A}">
      <dgm:prSet/>
      <dgm:spPr/>
      <dgm:t>
        <a:bodyPr/>
        <a:lstStyle/>
        <a:p>
          <a:endParaRPr lang="en-GB"/>
        </a:p>
      </dgm:t>
    </dgm:pt>
    <dgm:pt modelId="{92B2FDE5-1BD3-A54F-BEFD-54C746AA0243}" type="sibTrans" cxnId="{DF29D645-36D8-004D-9280-9906FCD0AF3A}">
      <dgm:prSet/>
      <dgm:spPr/>
      <dgm:t>
        <a:bodyPr/>
        <a:lstStyle/>
        <a:p>
          <a:endParaRPr lang="en-GB"/>
        </a:p>
      </dgm:t>
    </dgm:pt>
    <dgm:pt modelId="{DE5678F3-E484-B34C-A03A-1F29B4C5702D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Analyse</a:t>
          </a:r>
        </a:p>
      </dgm:t>
    </dgm:pt>
    <dgm:pt modelId="{13C05AA9-C29E-A441-BA1E-FA81DA491826}" type="parTrans" cxnId="{910770D5-D90C-694A-BF6D-8937E89BE97A}">
      <dgm:prSet/>
      <dgm:spPr/>
      <dgm:t>
        <a:bodyPr/>
        <a:lstStyle/>
        <a:p>
          <a:endParaRPr lang="en-GB"/>
        </a:p>
      </dgm:t>
    </dgm:pt>
    <dgm:pt modelId="{CAF9D787-BDB1-684A-A334-6F129690EA88}" type="sibTrans" cxnId="{910770D5-D90C-694A-BF6D-8937E89BE97A}">
      <dgm:prSet/>
      <dgm:spPr/>
      <dgm:t>
        <a:bodyPr/>
        <a:lstStyle/>
        <a:p>
          <a:endParaRPr lang="en-GB"/>
        </a:p>
      </dgm:t>
    </dgm:pt>
    <dgm:pt modelId="{D34E1ADF-0E61-D948-AC0E-3AF3A48C9D61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72873E73-5BDD-2945-B603-202D1D221223}" type="parTrans" cxnId="{E43F0EBB-36D2-954F-A12F-E685E2848B3A}">
      <dgm:prSet/>
      <dgm:spPr/>
      <dgm:t>
        <a:bodyPr/>
        <a:lstStyle/>
        <a:p>
          <a:endParaRPr lang="en-GB"/>
        </a:p>
      </dgm:t>
    </dgm:pt>
    <dgm:pt modelId="{38263E12-A7B7-944A-8B7D-5B0F416AF784}" type="sibTrans" cxnId="{E43F0EBB-36D2-954F-A12F-E685E2848B3A}">
      <dgm:prSet/>
      <dgm:spPr/>
      <dgm:t>
        <a:bodyPr/>
        <a:lstStyle/>
        <a:p>
          <a:endParaRPr lang="en-GB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256453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131845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10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10"/>
      <dgm:spPr/>
    </dgm:pt>
    <dgm:pt modelId="{082858DA-3FBC-224B-94F4-A3E62BFB3CA0}" type="pres">
      <dgm:prSet presAssocID="{6F990348-5120-7140-980E-D1A49D03543A}" presName="text3" presStyleLbl="fgAcc3" presStyleIdx="0" presStyleCnt="10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10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10"/>
      <dgm:spPr/>
    </dgm:pt>
    <dgm:pt modelId="{8EEDF970-CC88-124A-A9E9-A1462E464C5C}" type="pres">
      <dgm:prSet presAssocID="{29AD3176-2D40-CF49-A544-12BEE310D254}" presName="text3" presStyleLbl="fgAcc3" presStyleIdx="1" presStyleCnt="10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10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10"/>
      <dgm:spPr/>
    </dgm:pt>
    <dgm:pt modelId="{1335637A-7683-4A41-B519-CE080C5D3C7D}" type="pres">
      <dgm:prSet presAssocID="{50A67927-BA02-734A-A0AE-86F97EFE870C}" presName="text3" presStyleLbl="fgAcc3" presStyleIdx="2" presStyleCnt="10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3" presStyleCnt="10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3" presStyleCnt="10"/>
      <dgm:spPr/>
    </dgm:pt>
    <dgm:pt modelId="{98149894-16C1-9849-9F1D-7F8F3F75A8FC}" type="pres">
      <dgm:prSet presAssocID="{98D6B55B-33A1-654B-9A07-4017B4BCBC3D}" presName="text3" presStyleLbl="fgAcc3" presStyleIdx="3" presStyleCnt="10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4" presStyleCnt="10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4" presStyleCnt="10"/>
      <dgm:spPr/>
    </dgm:pt>
    <dgm:pt modelId="{EACE96B3-4D7B-5841-A0E5-AF7D060742AB}" type="pres">
      <dgm:prSet presAssocID="{7634EBF5-E466-1B4A-B6D3-3F4B45B7606D}" presName="text3" presStyleLbl="fgAcc3" presStyleIdx="4" presStyleCnt="10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67137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4C4AF905-DDF4-E241-A58B-D9F5E626544B}" type="pres">
      <dgm:prSet presAssocID="{0A42203B-26C8-F140-A21C-18A332E5B981}" presName="Name17" presStyleLbl="parChTrans1D3" presStyleIdx="5" presStyleCnt="10"/>
      <dgm:spPr/>
    </dgm:pt>
    <dgm:pt modelId="{96F9D759-329B-8447-ACE3-1D1908AF39CA}" type="pres">
      <dgm:prSet presAssocID="{8A7E9A38-0069-E54C-9C7F-E9C55CA7C411}" presName="hierRoot3" presStyleCnt="0"/>
      <dgm:spPr/>
    </dgm:pt>
    <dgm:pt modelId="{5B31A2F8-731F-3142-9250-68B25B08921B}" type="pres">
      <dgm:prSet presAssocID="{8A7E9A38-0069-E54C-9C7F-E9C55CA7C411}" presName="composite3" presStyleCnt="0"/>
      <dgm:spPr/>
    </dgm:pt>
    <dgm:pt modelId="{D69C27FE-178C-0B44-8F16-561617AC1399}" type="pres">
      <dgm:prSet presAssocID="{8A7E9A38-0069-E54C-9C7F-E9C55CA7C411}" presName="background3" presStyleLbl="node3" presStyleIdx="5" presStyleCnt="10"/>
      <dgm:spPr>
        <a:solidFill>
          <a:schemeClr val="accent6"/>
        </a:solidFill>
      </dgm:spPr>
    </dgm:pt>
    <dgm:pt modelId="{D868DAD2-E310-8F43-A407-6333AC65E4ED}" type="pres">
      <dgm:prSet presAssocID="{8A7E9A38-0069-E54C-9C7F-E9C55CA7C411}" presName="text3" presStyleLbl="fgAcc3" presStyleIdx="5" presStyleCnt="10">
        <dgm:presLayoutVars>
          <dgm:chPref val="3"/>
        </dgm:presLayoutVars>
      </dgm:prSet>
      <dgm:spPr/>
    </dgm:pt>
    <dgm:pt modelId="{E43D8B10-5787-D14E-B9FA-E7D8EE6FDE4F}" type="pres">
      <dgm:prSet presAssocID="{8A7E9A38-0069-E54C-9C7F-E9C55CA7C411}" presName="hierChild4" presStyleCnt="0"/>
      <dgm:spPr/>
    </dgm:pt>
    <dgm:pt modelId="{5F7EDAEE-AFB2-1145-9746-5AE19E9F92D3}" type="pres">
      <dgm:prSet presAssocID="{CDA5780B-21C9-BC4E-83B6-3CDECF37478F}" presName="Name23" presStyleLbl="parChTrans1D4" presStyleIdx="0" presStyleCnt="12"/>
      <dgm:spPr/>
    </dgm:pt>
    <dgm:pt modelId="{F0EA369D-6E0F-574B-A3F0-572551C74A3F}" type="pres">
      <dgm:prSet presAssocID="{5ED8EFDF-8956-064A-9DFB-DCCA28CF5849}" presName="hierRoot4" presStyleCnt="0"/>
      <dgm:spPr/>
    </dgm:pt>
    <dgm:pt modelId="{C25B6143-95B1-264C-97D6-00D6662E4060}" type="pres">
      <dgm:prSet presAssocID="{5ED8EFDF-8956-064A-9DFB-DCCA28CF5849}" presName="composite4" presStyleCnt="0"/>
      <dgm:spPr/>
    </dgm:pt>
    <dgm:pt modelId="{27CAD266-EAE3-2A42-904D-42C85764CE0C}" type="pres">
      <dgm:prSet presAssocID="{5ED8EFDF-8956-064A-9DFB-DCCA28CF5849}" presName="background4" presStyleLbl="node4" presStyleIdx="0" presStyleCnt="12"/>
      <dgm:spPr>
        <a:solidFill>
          <a:schemeClr val="accent5"/>
        </a:solidFill>
      </dgm:spPr>
    </dgm:pt>
    <dgm:pt modelId="{3FFFB191-7A5B-F648-9ADA-E2E297B6B27E}" type="pres">
      <dgm:prSet presAssocID="{5ED8EFDF-8956-064A-9DFB-DCCA28CF5849}" presName="text4" presStyleLbl="fgAcc4" presStyleIdx="0" presStyleCnt="12" custScaleX="123417">
        <dgm:presLayoutVars>
          <dgm:chPref val="3"/>
        </dgm:presLayoutVars>
      </dgm:prSet>
      <dgm:spPr/>
    </dgm:pt>
    <dgm:pt modelId="{D8EBBF63-6A1E-BF47-8620-76A6ADA637B3}" type="pres">
      <dgm:prSet presAssocID="{5ED8EFDF-8956-064A-9DFB-DCCA28CF5849}" presName="hierChild5" presStyleCnt="0"/>
      <dgm:spPr/>
    </dgm:pt>
    <dgm:pt modelId="{059FE831-3934-AA4C-81D9-A1165D6BA533}" type="pres">
      <dgm:prSet presAssocID="{2C280079-523E-834B-ACAF-1472D33814CB}" presName="Name23" presStyleLbl="parChTrans1D4" presStyleIdx="1" presStyleCnt="12"/>
      <dgm:spPr/>
    </dgm:pt>
    <dgm:pt modelId="{E277D6FD-6DCB-5543-93AA-93EA8001A69C}" type="pres">
      <dgm:prSet presAssocID="{D333C4C1-0537-FB48-B774-A687ACA99157}" presName="hierRoot4" presStyleCnt="0"/>
      <dgm:spPr/>
    </dgm:pt>
    <dgm:pt modelId="{5D83A187-D480-4746-BCFA-6A3C92B5A341}" type="pres">
      <dgm:prSet presAssocID="{D333C4C1-0537-FB48-B774-A687ACA99157}" presName="composite4" presStyleCnt="0"/>
      <dgm:spPr/>
    </dgm:pt>
    <dgm:pt modelId="{B98F8870-53AF-2E47-8DC4-D3880E39DAC2}" type="pres">
      <dgm:prSet presAssocID="{D333C4C1-0537-FB48-B774-A687ACA99157}" presName="background4" presStyleLbl="node4" presStyleIdx="1" presStyleCnt="12"/>
      <dgm:spPr>
        <a:solidFill>
          <a:schemeClr val="accent1"/>
        </a:solidFill>
      </dgm:spPr>
    </dgm:pt>
    <dgm:pt modelId="{C600CFF6-A683-1446-81BA-585206CB3A42}" type="pres">
      <dgm:prSet presAssocID="{D333C4C1-0537-FB48-B774-A687ACA99157}" presName="text4" presStyleLbl="fgAcc4" presStyleIdx="1" presStyleCnt="12">
        <dgm:presLayoutVars>
          <dgm:chPref val="3"/>
        </dgm:presLayoutVars>
      </dgm:prSet>
      <dgm:spPr/>
    </dgm:pt>
    <dgm:pt modelId="{A8343A08-0A89-5743-BD27-4D119D91232D}" type="pres">
      <dgm:prSet presAssocID="{D333C4C1-0537-FB48-B774-A687ACA99157}" presName="hierChild5" presStyleCnt="0"/>
      <dgm:spPr/>
    </dgm:pt>
    <dgm:pt modelId="{A50E9863-A52D-9549-A655-6F56C7EA8276}" type="pres">
      <dgm:prSet presAssocID="{13C05AA9-C29E-A441-BA1E-FA81DA491826}" presName="Name23" presStyleLbl="parChTrans1D4" presStyleIdx="2" presStyleCnt="12"/>
      <dgm:spPr/>
    </dgm:pt>
    <dgm:pt modelId="{014B64B1-862B-1F40-8525-ECD3E67D97D9}" type="pres">
      <dgm:prSet presAssocID="{DE5678F3-E484-B34C-A03A-1F29B4C5702D}" presName="hierRoot4" presStyleCnt="0"/>
      <dgm:spPr/>
    </dgm:pt>
    <dgm:pt modelId="{5A66841A-B8BE-E244-99D3-DB1E85E10C35}" type="pres">
      <dgm:prSet presAssocID="{DE5678F3-E484-B34C-A03A-1F29B4C5702D}" presName="composite4" presStyleCnt="0"/>
      <dgm:spPr/>
    </dgm:pt>
    <dgm:pt modelId="{C320C1A5-5933-7346-8BDE-9AEE18EED0D5}" type="pres">
      <dgm:prSet presAssocID="{DE5678F3-E484-B34C-A03A-1F29B4C5702D}" presName="background4" presStyleLbl="node4" presStyleIdx="2" presStyleCnt="12"/>
      <dgm:spPr>
        <a:solidFill>
          <a:schemeClr val="accent1"/>
        </a:solidFill>
      </dgm:spPr>
    </dgm:pt>
    <dgm:pt modelId="{3F869B66-BEF4-EA49-A760-429C1E32A4A8}" type="pres">
      <dgm:prSet presAssocID="{DE5678F3-E484-B34C-A03A-1F29B4C5702D}" presName="text4" presStyleLbl="fgAcc4" presStyleIdx="2" presStyleCnt="12">
        <dgm:presLayoutVars>
          <dgm:chPref val="3"/>
        </dgm:presLayoutVars>
      </dgm:prSet>
      <dgm:spPr/>
    </dgm:pt>
    <dgm:pt modelId="{D5983698-DEAC-0047-BC3F-2C489D8B80B9}" type="pres">
      <dgm:prSet presAssocID="{DE5678F3-E484-B34C-A03A-1F29B4C5702D}" presName="hierChild5" presStyleCnt="0"/>
      <dgm:spPr/>
    </dgm:pt>
    <dgm:pt modelId="{984D623A-B6C1-EF4D-B38B-A09708FA56E0}" type="pres">
      <dgm:prSet presAssocID="{72873E73-5BDD-2945-B603-202D1D221223}" presName="Name23" presStyleLbl="parChTrans1D4" presStyleIdx="3" presStyleCnt="12"/>
      <dgm:spPr/>
    </dgm:pt>
    <dgm:pt modelId="{9308F059-D3CD-5944-8EA1-C9826AE7085F}" type="pres">
      <dgm:prSet presAssocID="{D34E1ADF-0E61-D948-AC0E-3AF3A48C9D61}" presName="hierRoot4" presStyleCnt="0"/>
      <dgm:spPr/>
    </dgm:pt>
    <dgm:pt modelId="{FEF2D0AB-F9C7-9B40-AE96-35367F6DB3C5}" type="pres">
      <dgm:prSet presAssocID="{D34E1ADF-0E61-D948-AC0E-3AF3A48C9D61}" presName="composite4" presStyleCnt="0"/>
      <dgm:spPr/>
    </dgm:pt>
    <dgm:pt modelId="{E8292A70-5998-2848-8036-0475A0D76C22}" type="pres">
      <dgm:prSet presAssocID="{D34E1ADF-0E61-D948-AC0E-3AF3A48C9D61}" presName="background4" presStyleLbl="node4" presStyleIdx="3" presStyleCnt="12"/>
      <dgm:spPr>
        <a:solidFill>
          <a:schemeClr val="accent1"/>
        </a:solidFill>
      </dgm:spPr>
    </dgm:pt>
    <dgm:pt modelId="{7FF2E27C-78CE-5D43-AABB-62242276235A}" type="pres">
      <dgm:prSet presAssocID="{D34E1ADF-0E61-D948-AC0E-3AF3A48C9D61}" presName="text4" presStyleLbl="fgAcc4" presStyleIdx="3" presStyleCnt="12">
        <dgm:presLayoutVars>
          <dgm:chPref val="3"/>
        </dgm:presLayoutVars>
      </dgm:prSet>
      <dgm:spPr/>
    </dgm:pt>
    <dgm:pt modelId="{E22EE871-18D1-2840-991D-EB5118EE4EEB}" type="pres">
      <dgm:prSet presAssocID="{D34E1ADF-0E61-D948-AC0E-3AF3A48C9D61}" presName="hierChild5" presStyleCnt="0"/>
      <dgm:spPr/>
    </dgm:pt>
    <dgm:pt modelId="{7A5A9C9D-5743-894D-9DC3-3B769CCB28E8}" type="pres">
      <dgm:prSet presAssocID="{E752A000-5711-0F4B-8B5D-326221EFD2A1}" presName="Name23" presStyleLbl="parChTrans1D4" presStyleIdx="4" presStyleCnt="12"/>
      <dgm:spPr/>
    </dgm:pt>
    <dgm:pt modelId="{635B408F-A789-4843-AF4F-742F5C478724}" type="pres">
      <dgm:prSet presAssocID="{C0B1B4C2-CF26-6245-98C7-F52857ED528A}" presName="hierRoot4" presStyleCnt="0"/>
      <dgm:spPr/>
    </dgm:pt>
    <dgm:pt modelId="{5560BF9A-9B6F-1E47-822D-BE50ADE485DF}" type="pres">
      <dgm:prSet presAssocID="{C0B1B4C2-CF26-6245-98C7-F52857ED528A}" presName="composite4" presStyleCnt="0"/>
      <dgm:spPr/>
    </dgm:pt>
    <dgm:pt modelId="{B971B8B7-8197-DF40-94B7-D04DF948C93E}" type="pres">
      <dgm:prSet presAssocID="{C0B1B4C2-CF26-6245-98C7-F52857ED528A}" presName="background4" presStyleLbl="node4" presStyleIdx="4" presStyleCnt="12"/>
      <dgm:spPr>
        <a:solidFill>
          <a:schemeClr val="accent5"/>
        </a:solidFill>
      </dgm:spPr>
    </dgm:pt>
    <dgm:pt modelId="{400D3616-5140-9D4A-B0A6-0608E5978375}" type="pres">
      <dgm:prSet presAssocID="{C0B1B4C2-CF26-6245-98C7-F52857ED528A}" presName="text4" presStyleLbl="fgAcc4" presStyleIdx="4" presStyleCnt="12">
        <dgm:presLayoutVars>
          <dgm:chPref val="3"/>
        </dgm:presLayoutVars>
      </dgm:prSet>
      <dgm:spPr/>
    </dgm:pt>
    <dgm:pt modelId="{94012332-EC24-4549-BD39-17E2E2558455}" type="pres">
      <dgm:prSet presAssocID="{C0B1B4C2-CF26-6245-98C7-F52857ED528A}" presName="hierChild5" presStyleCnt="0"/>
      <dgm:spPr/>
    </dgm:pt>
    <dgm:pt modelId="{363CB994-25D6-3343-8FF2-3F44D7B39F3E}" type="pres">
      <dgm:prSet presAssocID="{86FF38A3-C483-214F-985A-8D30B54EDF81}" presName="Name17" presStyleLbl="parChTrans1D3" presStyleIdx="6" presStyleCnt="10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6" presStyleCnt="10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6" presStyleCnt="10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5" presStyleCnt="12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5" presStyleCnt="12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5" presStyleCnt="12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6" presStyleCnt="12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6" presStyleCnt="12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6" presStyleCnt="12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7" presStyleCnt="12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7" presStyleCnt="12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7" presStyleCnt="12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8" presStyleCnt="12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8" presStyleCnt="12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8" presStyleCnt="12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9" presStyleCnt="12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9" presStyleCnt="12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9" presStyleCnt="12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F231F884-6F5B-C848-BBFF-43A5940A956B}" type="pres">
      <dgm:prSet presAssocID="{F16FF941-90DF-5F41-878C-0883EADCDDD3}" presName="Name17" presStyleLbl="parChTrans1D3" presStyleIdx="7" presStyleCnt="10"/>
      <dgm:spPr/>
    </dgm:pt>
    <dgm:pt modelId="{FC86AE72-0A82-8C4B-A673-7708904C4EEF}" type="pres">
      <dgm:prSet presAssocID="{3E0002A5-03D5-114A-9781-6C090D0BE78D}" presName="hierRoot3" presStyleCnt="0"/>
      <dgm:spPr/>
    </dgm:pt>
    <dgm:pt modelId="{BC1B8EAF-2F18-E24D-BD86-0D90C97FA9EF}" type="pres">
      <dgm:prSet presAssocID="{3E0002A5-03D5-114A-9781-6C090D0BE78D}" presName="composite3" presStyleCnt="0"/>
      <dgm:spPr/>
    </dgm:pt>
    <dgm:pt modelId="{5F730CFB-B1DC-214D-A699-48CA2DB8DCBA}" type="pres">
      <dgm:prSet presAssocID="{3E0002A5-03D5-114A-9781-6C090D0BE78D}" presName="background3" presStyleLbl="node3" presStyleIdx="7" presStyleCnt="10"/>
      <dgm:spPr>
        <a:solidFill>
          <a:schemeClr val="accent6"/>
        </a:solidFill>
      </dgm:spPr>
    </dgm:pt>
    <dgm:pt modelId="{704FCE75-65B4-4940-8049-21723A96BD6C}" type="pres">
      <dgm:prSet presAssocID="{3E0002A5-03D5-114A-9781-6C090D0BE78D}" presName="text3" presStyleLbl="fgAcc3" presStyleIdx="7" presStyleCnt="10">
        <dgm:presLayoutVars>
          <dgm:chPref val="3"/>
        </dgm:presLayoutVars>
      </dgm:prSet>
      <dgm:spPr/>
    </dgm:pt>
    <dgm:pt modelId="{95DCBAF7-C96D-DD4C-8429-68EFDDF57072}" type="pres">
      <dgm:prSet presAssocID="{3E0002A5-03D5-114A-9781-6C090D0BE78D}" presName="hierChild4" presStyleCnt="0"/>
      <dgm:spPr/>
    </dgm:pt>
    <dgm:pt modelId="{CB170625-B302-E140-98D5-E17132BB5541}" type="pres">
      <dgm:prSet presAssocID="{3A23F63D-F775-FA45-9A86-1830CB0473EB}" presName="Name23" presStyleLbl="parChTrans1D4" presStyleIdx="10" presStyleCnt="12"/>
      <dgm:spPr/>
    </dgm:pt>
    <dgm:pt modelId="{E2BBE2FF-B979-4D4B-9A15-C7828622EFAA}" type="pres">
      <dgm:prSet presAssocID="{D68BBA40-1F9F-C24D-BB19-710FF1013F30}" presName="hierRoot4" presStyleCnt="0"/>
      <dgm:spPr/>
    </dgm:pt>
    <dgm:pt modelId="{2B818E21-30EF-4244-B79C-F797BB845B67}" type="pres">
      <dgm:prSet presAssocID="{D68BBA40-1F9F-C24D-BB19-710FF1013F30}" presName="composite4" presStyleCnt="0"/>
      <dgm:spPr/>
    </dgm:pt>
    <dgm:pt modelId="{2DCC3036-0B92-6C48-918D-7A4A72D3008D}" type="pres">
      <dgm:prSet presAssocID="{D68BBA40-1F9F-C24D-BB19-710FF1013F30}" presName="background4" presStyleLbl="node4" presStyleIdx="10" presStyleCnt="12"/>
      <dgm:spPr>
        <a:solidFill>
          <a:schemeClr val="accent5"/>
        </a:solidFill>
      </dgm:spPr>
    </dgm:pt>
    <dgm:pt modelId="{199134CF-3476-EF4E-BA54-83810A8EDF1A}" type="pres">
      <dgm:prSet presAssocID="{D68BBA40-1F9F-C24D-BB19-710FF1013F30}" presName="text4" presStyleLbl="fgAcc4" presStyleIdx="10" presStyleCnt="12">
        <dgm:presLayoutVars>
          <dgm:chPref val="3"/>
        </dgm:presLayoutVars>
      </dgm:prSet>
      <dgm:spPr/>
    </dgm:pt>
    <dgm:pt modelId="{313DDD89-4E21-8248-B4D4-275E06983B01}" type="pres">
      <dgm:prSet presAssocID="{D68BBA40-1F9F-C24D-BB19-710FF1013F30}" presName="hierChild5" presStyleCnt="0"/>
      <dgm:spPr/>
    </dgm:pt>
    <dgm:pt modelId="{773E929D-AFE4-8B45-A0D1-0E6894D6C807}" type="pres">
      <dgm:prSet presAssocID="{DD0F50AC-AB00-A748-AF99-554195A7089E}" presName="Name17" presStyleLbl="parChTrans1D3" presStyleIdx="8" presStyleCnt="10"/>
      <dgm:spPr/>
    </dgm:pt>
    <dgm:pt modelId="{45E85224-B6B6-1340-A27A-FD7BC23F97A6}" type="pres">
      <dgm:prSet presAssocID="{9CF7D53B-F3DC-984D-B4E6-8F25C31E5C97}" presName="hierRoot3" presStyleCnt="0"/>
      <dgm:spPr/>
    </dgm:pt>
    <dgm:pt modelId="{123552EF-AD3C-C24F-868E-356B6CF3F7CF}" type="pres">
      <dgm:prSet presAssocID="{9CF7D53B-F3DC-984D-B4E6-8F25C31E5C97}" presName="composite3" presStyleCnt="0"/>
      <dgm:spPr/>
    </dgm:pt>
    <dgm:pt modelId="{E25B53CB-CF47-6D48-8760-6D5D8C409868}" type="pres">
      <dgm:prSet presAssocID="{9CF7D53B-F3DC-984D-B4E6-8F25C31E5C97}" presName="background3" presStyleLbl="node3" presStyleIdx="8" presStyleCnt="10"/>
      <dgm:spPr>
        <a:solidFill>
          <a:schemeClr val="accent6"/>
        </a:solidFill>
      </dgm:spPr>
    </dgm:pt>
    <dgm:pt modelId="{EB5EDA5E-C36B-0D4C-A1AC-CFD58A43DD61}" type="pres">
      <dgm:prSet presAssocID="{9CF7D53B-F3DC-984D-B4E6-8F25C31E5C97}" presName="text3" presStyleLbl="fgAcc3" presStyleIdx="8" presStyleCnt="10">
        <dgm:presLayoutVars>
          <dgm:chPref val="3"/>
        </dgm:presLayoutVars>
      </dgm:prSet>
      <dgm:spPr/>
    </dgm:pt>
    <dgm:pt modelId="{D1A7D087-E9C3-9746-8FE6-7E4D4567C94A}" type="pres">
      <dgm:prSet presAssocID="{9CF7D53B-F3DC-984D-B4E6-8F25C31E5C97}" presName="hierChild4" presStyleCnt="0"/>
      <dgm:spPr/>
    </dgm:pt>
    <dgm:pt modelId="{FF3C020C-B8AD-294E-B19A-558A93F87E04}" type="pres">
      <dgm:prSet presAssocID="{F2E405BB-9D46-8742-BDA8-9A651FCAAE01}" presName="Name23" presStyleLbl="parChTrans1D4" presStyleIdx="11" presStyleCnt="12"/>
      <dgm:spPr/>
    </dgm:pt>
    <dgm:pt modelId="{C4EDDCE0-30BF-7C43-B5D5-93B5E4673083}" type="pres">
      <dgm:prSet presAssocID="{D1A8A6CA-0B6E-724A-87A8-FD6A0D5D7FA2}" presName="hierRoot4" presStyleCnt="0"/>
      <dgm:spPr/>
    </dgm:pt>
    <dgm:pt modelId="{9085F740-C290-AB4C-BFB4-AC054C1CE9A3}" type="pres">
      <dgm:prSet presAssocID="{D1A8A6CA-0B6E-724A-87A8-FD6A0D5D7FA2}" presName="composite4" presStyleCnt="0"/>
      <dgm:spPr/>
    </dgm:pt>
    <dgm:pt modelId="{F661BCB1-6019-854E-AB11-069C96B73448}" type="pres">
      <dgm:prSet presAssocID="{D1A8A6CA-0B6E-724A-87A8-FD6A0D5D7FA2}" presName="background4" presStyleLbl="node4" presStyleIdx="11" presStyleCnt="12"/>
      <dgm:spPr>
        <a:solidFill>
          <a:schemeClr val="accent5"/>
        </a:solidFill>
      </dgm:spPr>
    </dgm:pt>
    <dgm:pt modelId="{C4D0961C-9DF5-F94A-882D-21B44E665106}" type="pres">
      <dgm:prSet presAssocID="{D1A8A6CA-0B6E-724A-87A8-FD6A0D5D7FA2}" presName="text4" presStyleLbl="fgAcc4" presStyleIdx="11" presStyleCnt="12" custScaleX="127856">
        <dgm:presLayoutVars>
          <dgm:chPref val="3"/>
        </dgm:presLayoutVars>
      </dgm:prSet>
      <dgm:spPr/>
    </dgm:pt>
    <dgm:pt modelId="{34CB6D03-42F9-4E4D-9BE8-C5E96F55FD3C}" type="pres">
      <dgm:prSet presAssocID="{D1A8A6CA-0B6E-724A-87A8-FD6A0D5D7FA2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9" presStyleCnt="10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9" presStyleCnt="10"/>
      <dgm:spPr/>
    </dgm:pt>
    <dgm:pt modelId="{9667A29C-175F-3046-887F-2D268E592584}" type="pres">
      <dgm:prSet presAssocID="{089FD83E-6928-1E43-95D3-124D5441D173}" presName="text3" presStyleLbl="fgAcc3" presStyleIdx="9" presStyleCnt="10" custScaleX="129086" custScaleY="131092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</dgm:ptLst>
  <dgm:cxnLst>
    <dgm:cxn modelId="{B7123702-C4A0-1F47-95DA-DEE6D88184FD}" srcId="{9D68368C-33AA-1644-80E4-398208A2C6F0}" destId="{2E5B166C-9F1A-1A40-BE57-97EA2A4F71E6}" srcOrd="0" destOrd="0" parTransId="{3C4B69D1-D6CE-7142-B782-AC33E8916659}" sibTransId="{2CF3B4AA-7C11-2546-98DE-F3AAC32AAF14}"/>
    <dgm:cxn modelId="{AEDED804-B867-D54A-A7F2-FD58FB67DAE5}" type="presOf" srcId="{6E9D28A9-0202-6B41-9DE6-9B3EADC17B28}" destId="{F2409E12-FE7E-0B40-8ED9-46993E014F7D}" srcOrd="0" destOrd="0" presId="urn:microsoft.com/office/officeart/2005/8/layout/hierarchy1"/>
    <dgm:cxn modelId="{4B41E706-3ABC-D94F-AE7E-17B3C44F96BB}" type="presOf" srcId="{95F71EBD-EC94-9D42-BB0E-C52845D7632F}" destId="{E2CD4462-F0C6-4B43-9B77-3211BA022417}" srcOrd="0" destOrd="0" presId="urn:microsoft.com/office/officeart/2005/8/layout/hierarchy1"/>
    <dgm:cxn modelId="{A01B5608-D917-EE4A-B88A-84DA3D17E91A}" type="presOf" srcId="{570711A2-0F15-1E4E-84E9-5DECF631ACE9}" destId="{174D4A2F-9BFD-8B4F-A3F7-0D2A7E4C3E7E}" srcOrd="0" destOrd="0" presId="urn:microsoft.com/office/officeart/2005/8/layout/hierarchy1"/>
    <dgm:cxn modelId="{4BDA6B09-5160-9E45-8B87-B39B4C7AEB30}" srcId="{7A85E6ED-B8E9-284E-8BEF-F3C0C778F5C0}" destId="{9D68368C-33AA-1644-80E4-398208A2C6F0}" srcOrd="0" destOrd="0" parTransId="{233303ED-F262-ED4B-9232-A7532CC4AECE}" sibTransId="{756363D6-F4EB-B243-ACB9-ABC2AB783F36}"/>
    <dgm:cxn modelId="{0D5AA30D-CA71-9A44-B08F-E9CA720D8700}" srcId="{7835FD59-B514-0B47-B7B8-0983910456A6}" destId="{364C3A0C-E45B-3E48-9CE5-9EB4D5E291A3}" srcOrd="3" destOrd="0" parTransId="{11A7F51E-264B-AE48-B5DB-DBB3BAC5164B}" sibTransId="{D22C77A0-634A-E847-ACBE-C8CABEE39F57}"/>
    <dgm:cxn modelId="{B55FF610-4FF8-254F-8E7F-243630D76CF9}" type="presOf" srcId="{C0B1B4C2-CF26-6245-98C7-F52857ED528A}" destId="{400D3616-5140-9D4A-B0A6-0608E5978375}" srcOrd="0" destOrd="0" presId="urn:microsoft.com/office/officeart/2005/8/layout/hierarchy1"/>
    <dgm:cxn modelId="{65C77914-C3BD-CC48-B55D-55BE1013A579}" srcId="{1BC165AB-B879-6E45-BE42-9DB85E468E5E}" destId="{3E0002A5-03D5-114A-9781-6C090D0BE78D}" srcOrd="2" destOrd="0" parTransId="{F16FF941-90DF-5F41-878C-0883EADCDDD3}" sibTransId="{EF95B67C-7088-4D4F-B98D-504BD6CF5E06}"/>
    <dgm:cxn modelId="{BF88391D-6D95-7544-B979-99EF16BE950C}" type="presOf" srcId="{0E737143-6448-C24B-BA8B-38BA7568F52E}" destId="{7D68BC0A-EDF7-E349-B498-3CBB7AA07288}" srcOrd="0" destOrd="0" presId="urn:microsoft.com/office/officeart/2005/8/layout/hierarchy1"/>
    <dgm:cxn modelId="{03682520-369E-9844-8772-12D7BEEB9049}" type="presOf" srcId="{7634EBF5-E466-1B4A-B6D3-3F4B45B7606D}" destId="{EACE96B3-4D7B-5841-A0E5-AF7D060742A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78D1B723-A8FF-9C4F-81DD-D44082E0C26E}" type="presOf" srcId="{50A67927-BA02-734A-A0AE-86F97EFE870C}" destId="{1335637A-7683-4A41-B519-CE080C5D3C7D}" srcOrd="0" destOrd="0" presId="urn:microsoft.com/office/officeart/2005/8/layout/hierarchy1"/>
    <dgm:cxn modelId="{BE099827-F976-7944-9DB2-65430296F2D7}" type="presOf" srcId="{29AD3176-2D40-CF49-A544-12BEE310D254}" destId="{8EEDF970-CC88-124A-A9E9-A1462E464C5C}" srcOrd="0" destOrd="0" presId="urn:microsoft.com/office/officeart/2005/8/layout/hierarchy1"/>
    <dgm:cxn modelId="{DACE4B29-7638-654C-AD54-2E478D2C692B}" type="presOf" srcId="{0A42203B-26C8-F140-A21C-18A332E5B981}" destId="{4C4AF905-DDF4-E241-A58B-D9F5E626544B}" srcOrd="0" destOrd="0" presId="urn:microsoft.com/office/officeart/2005/8/layout/hierarchy1"/>
    <dgm:cxn modelId="{10BE632A-2C02-5F4D-8A2C-941ADF474FA3}" type="presOf" srcId="{3C4B69D1-D6CE-7142-B782-AC33E8916659}" destId="{337060B7-D3D4-F94E-B389-33AFD88D6377}" srcOrd="0" destOrd="0" presId="urn:microsoft.com/office/officeart/2005/8/layout/hierarchy1"/>
    <dgm:cxn modelId="{E786262D-A736-4248-892C-69B415ED5604}" srcId="{1BC165AB-B879-6E45-BE42-9DB85E468E5E}" destId="{7A85E6ED-B8E9-284E-8BEF-F3C0C778F5C0}" srcOrd="1" destOrd="0" parTransId="{86FF38A3-C483-214F-985A-8D30B54EDF81}" sibTransId="{45CF6AD3-13F7-C848-B1F5-16FDBE29A998}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3CE2DA32-6411-534B-816D-8ADAE66B24EB}" type="presOf" srcId="{13C05AA9-C29E-A441-BA1E-FA81DA491826}" destId="{A50E9863-A52D-9549-A655-6F56C7EA8276}" srcOrd="0" destOrd="0" presId="urn:microsoft.com/office/officeart/2005/8/layout/hierarchy1"/>
    <dgm:cxn modelId="{F97D133A-0D09-1048-A900-8175D377FAA5}" srcId="{1BC165AB-B879-6E45-BE42-9DB85E468E5E}" destId="{9CF7D53B-F3DC-984D-B4E6-8F25C31E5C97}" srcOrd="3" destOrd="0" parTransId="{DD0F50AC-AB00-A748-AF99-554195A7089E}" sibTransId="{D2E6F20F-6E07-4942-ADD7-7EF190DB0668}"/>
    <dgm:cxn modelId="{5CF86E3A-9F1B-6844-8D34-F97D51863606}" type="presOf" srcId="{7835FD59-B514-0B47-B7B8-0983910456A6}" destId="{265B3781-273D-0148-87CB-FBE8B43D31EF}" srcOrd="0" destOrd="0" presId="urn:microsoft.com/office/officeart/2005/8/layout/hierarchy1"/>
    <dgm:cxn modelId="{04B2AF3A-F449-9540-96B1-543940464DE2}" type="presOf" srcId="{9D68368C-33AA-1644-80E4-398208A2C6F0}" destId="{37EEB28E-EED4-3D42-B6E7-4F1F94EEB9B5}" srcOrd="0" destOrd="0" presId="urn:microsoft.com/office/officeart/2005/8/layout/hierarchy1"/>
    <dgm:cxn modelId="{5B0FB93A-B915-C04F-9E8B-F175AF06A0C0}" type="presOf" srcId="{DD0F50AC-AB00-A748-AF99-554195A7089E}" destId="{773E929D-AFE4-8B45-A0D1-0E6894D6C807}" srcOrd="0" destOrd="0" presId="urn:microsoft.com/office/officeart/2005/8/layout/hierarchy1"/>
    <dgm:cxn modelId="{14AA673B-BF07-AD4B-BFAE-7ECA5150A040}" type="presOf" srcId="{3E0002A5-03D5-114A-9781-6C090D0BE78D}" destId="{704FCE75-65B4-4940-8049-21723A96BD6C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4CAAA23E-8D6B-894B-AB93-41302B1560A2}" type="presOf" srcId="{03B89768-B859-2E49-8534-20D1EFA29B3B}" destId="{CE004470-AE31-6542-BE4E-74C32357678F}" srcOrd="0" destOrd="0" presId="urn:microsoft.com/office/officeart/2005/8/layout/hierarchy1"/>
    <dgm:cxn modelId="{7281D75B-4199-6E42-8C1A-D985C3684A6A}" type="presOf" srcId="{3A23F63D-F775-FA45-9A86-1830CB0473EB}" destId="{CB170625-B302-E140-98D5-E17132BB5541}" srcOrd="0" destOrd="0" presId="urn:microsoft.com/office/officeart/2005/8/layout/hierarchy1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58D57D5E-4B9D-534A-85A5-1B7BB8B1AC90}" type="presOf" srcId="{CDA5780B-21C9-BC4E-83B6-3CDECF37478F}" destId="{5F7EDAEE-AFB2-1145-9746-5AE19E9F92D3}" srcOrd="0" destOrd="0" presId="urn:microsoft.com/office/officeart/2005/8/layout/hierarchy1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0DA96A41-D92A-FA46-BF5E-CDBEF62DC4C0}" type="presOf" srcId="{E752A000-5711-0F4B-8B5D-326221EFD2A1}" destId="{7A5A9C9D-5743-894D-9DC3-3B769CCB28E8}" srcOrd="0" destOrd="0" presId="urn:microsoft.com/office/officeart/2005/8/layout/hierarchy1"/>
    <dgm:cxn modelId="{A53DF661-6937-C94B-9394-A42B7ADEC98E}" type="presOf" srcId="{D1A8A6CA-0B6E-724A-87A8-FD6A0D5D7FA2}" destId="{C4D0961C-9DF5-F94A-882D-21B44E665106}" srcOrd="0" destOrd="0" presId="urn:microsoft.com/office/officeart/2005/8/layout/hierarchy1"/>
    <dgm:cxn modelId="{5A8F8F64-782C-5C4C-8EBE-756B6B8F5424}" type="presOf" srcId="{233303ED-F262-ED4B-9232-A7532CC4AECE}" destId="{5408A212-47CD-4D46-8FAB-27B848FD240A}" srcOrd="0" destOrd="0" presId="urn:microsoft.com/office/officeart/2005/8/layout/hierarchy1"/>
    <dgm:cxn modelId="{DF29D645-36D8-004D-9280-9906FCD0AF3A}" srcId="{5ED8EFDF-8956-064A-9DFB-DCCA28CF5849}" destId="{D333C4C1-0537-FB48-B774-A687ACA99157}" srcOrd="0" destOrd="0" parTransId="{2C280079-523E-834B-ACAF-1472D33814CB}" sibTransId="{92B2FDE5-1BD3-A54F-BEFD-54C746AA0243}"/>
    <dgm:cxn modelId="{AC764146-41BF-644F-B5C9-708A8E15E01B}" type="presOf" srcId="{D34E1ADF-0E61-D948-AC0E-3AF3A48C9D61}" destId="{7FF2E27C-78CE-5D43-AABB-62242276235A}" srcOrd="0" destOrd="0" presId="urn:microsoft.com/office/officeart/2005/8/layout/hierarchy1"/>
    <dgm:cxn modelId="{313F0C67-CF03-C042-A6DB-182AEB0BF87B}" srcId="{1BC165AB-B879-6E45-BE42-9DB85E468E5E}" destId="{8A7E9A38-0069-E54C-9C7F-E9C55CA7C411}" srcOrd="0" destOrd="0" parTransId="{0A42203B-26C8-F140-A21C-18A332E5B981}" sibTransId="{6AA96301-8764-0345-8DBD-97A6A149FAC5}"/>
    <dgm:cxn modelId="{1E02DD68-05A6-9748-A2F1-A0DB4A826EDB}" type="presOf" srcId="{B404269D-E280-B244-8985-C3EF359E4401}" destId="{8BBCA62D-46DF-DA41-A721-B30D64F12F51}" srcOrd="0" destOrd="0" presId="urn:microsoft.com/office/officeart/2005/8/layout/hierarchy1"/>
    <dgm:cxn modelId="{2B975269-33AB-F24B-BA59-6C2AB2328F30}" type="presOf" srcId="{DE5678F3-E484-B34C-A03A-1F29B4C5702D}" destId="{3F869B66-BEF4-EA49-A760-429C1E32A4A8}" srcOrd="0" destOrd="0" presId="urn:microsoft.com/office/officeart/2005/8/layout/hierarchy1"/>
    <dgm:cxn modelId="{1168CC6A-13E4-CB4A-8AB8-DEAAD21E0242}" type="presOf" srcId="{9CF7D53B-F3DC-984D-B4E6-8F25C31E5C97}" destId="{EB5EDA5E-C36B-0D4C-A1AC-CFD58A43DD61}" srcOrd="0" destOrd="0" presId="urn:microsoft.com/office/officeart/2005/8/layout/hierarchy1"/>
    <dgm:cxn modelId="{AC2D444F-E81C-A443-AB72-CA98894EAA0F}" type="presOf" srcId="{F16FF941-90DF-5F41-878C-0883EADCDDD3}" destId="{F231F884-6F5B-C848-BBFF-43A5940A956B}" srcOrd="0" destOrd="0" presId="urn:microsoft.com/office/officeart/2005/8/layout/hierarchy1"/>
    <dgm:cxn modelId="{3735EE4F-36E3-D844-8F91-FF5D1466090B}" srcId="{9D68368C-33AA-1644-80E4-398208A2C6F0}" destId="{8914F4E6-8F5A-A647-9AC4-5F23D5F3067F}" srcOrd="3" destOrd="0" parTransId="{B404269D-E280-B244-8985-C3EF359E4401}" sibTransId="{5A42FEFD-13B1-4A48-A554-3AA146C7304E}"/>
    <dgm:cxn modelId="{A9595C70-9FCD-4C44-9CFA-6896FF1A1FE9}" srcId="{364C3A0C-E45B-3E48-9CE5-9EB4D5E291A3}" destId="{089FD83E-6928-1E43-95D3-124D5441D173}" srcOrd="0" destOrd="0" parTransId="{C048921F-4EB1-284C-AA0A-60D6AD5FBA44}" sibTransId="{F1E9B66D-779F-044F-A36C-5A89712C4696}"/>
    <dgm:cxn modelId="{6547F771-C6A6-9944-81CB-E2324B811C3D}" srcId="{9D68368C-33AA-1644-80E4-398208A2C6F0}" destId="{5F667AE8-046B-E44C-AE01-855B5A32DC04}" srcOrd="2" destOrd="0" parTransId="{D029E1B0-002C-1E4F-B8C4-E8D784F7075D}" sibTransId="{9BEB67CC-BC5C-9145-902E-B2D41574C4D9}"/>
    <dgm:cxn modelId="{719C3B54-305D-334D-A65C-7B1C979BB83A}" type="presOf" srcId="{6F990348-5120-7140-980E-D1A49D03543A}" destId="{082858DA-3FBC-224B-94F4-A3E62BFB3CA0}" srcOrd="0" destOrd="0" presId="urn:microsoft.com/office/officeart/2005/8/layout/hierarchy1"/>
    <dgm:cxn modelId="{CAE44054-E683-9543-945A-E4483197AE15}" type="presOf" srcId="{D333C4C1-0537-FB48-B774-A687ACA99157}" destId="{C600CFF6-A683-1446-81BA-585206CB3A42}" srcOrd="0" destOrd="0" presId="urn:microsoft.com/office/officeart/2005/8/layout/hierarchy1"/>
    <dgm:cxn modelId="{D434A255-30C1-4547-9541-EB558C4DA917}" srcId="{3E0002A5-03D5-114A-9781-6C090D0BE78D}" destId="{D68BBA40-1F9F-C24D-BB19-710FF1013F30}" srcOrd="0" destOrd="0" parTransId="{3A23F63D-F775-FA45-9A86-1830CB0473EB}" sibTransId="{7FA377DC-A82F-9545-B35F-D135EC13740C}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066E5A7A-7493-D243-A08A-EEE79DF74F15}" type="presOf" srcId="{089FD83E-6928-1E43-95D3-124D5441D173}" destId="{9667A29C-175F-3046-887F-2D268E592584}" srcOrd="0" destOrd="0" presId="urn:microsoft.com/office/officeart/2005/8/layout/hierarchy1"/>
    <dgm:cxn modelId="{96667187-ED7A-F448-8C02-EB6382480F93}" type="presOf" srcId="{7A85E6ED-B8E9-284E-8BEF-F3C0C778F5C0}" destId="{FBAACFE0-43C6-F245-ADA4-A9A35786F27A}" srcOrd="0" destOrd="0" presId="urn:microsoft.com/office/officeart/2005/8/layout/hierarchy1"/>
    <dgm:cxn modelId="{E0EF5590-7373-F74E-A4B6-156B6BE0222C}" type="presOf" srcId="{72873E73-5BDD-2945-B603-202D1D221223}" destId="{984D623A-B6C1-EF4D-B38B-A09708FA56E0}" srcOrd="0" destOrd="0" presId="urn:microsoft.com/office/officeart/2005/8/layout/hierarchy1"/>
    <dgm:cxn modelId="{3CDE8991-D4E3-D342-B845-CFE23D9C32FB}" type="presOf" srcId="{D11E7EEC-A2DD-6148-AD59-6CD83C19C84D}" destId="{C31C142D-CC01-1143-97E8-88E8F2B4524A}" srcOrd="0" destOrd="0" presId="urn:microsoft.com/office/officeart/2005/8/layout/hierarchy1"/>
    <dgm:cxn modelId="{26C77A95-DAF0-4B45-B1B6-0457D15564EB}" type="presOf" srcId="{F2E405BB-9D46-8742-BDA8-9A651FCAAE01}" destId="{FF3C020C-B8AD-294E-B19A-558A93F87E04}" srcOrd="0" destOrd="0" presId="urn:microsoft.com/office/officeart/2005/8/layout/hierarchy1"/>
    <dgm:cxn modelId="{D8CD5996-0B30-F349-9F30-D42AA6E89681}" type="presOf" srcId="{8914F4E6-8F5A-A647-9AC4-5F23D5F3067F}" destId="{83794B4D-0647-C949-BFC8-EF70C9EBF151}" srcOrd="0" destOrd="0" presId="urn:microsoft.com/office/officeart/2005/8/layout/hierarchy1"/>
    <dgm:cxn modelId="{BF876497-7D36-AD45-AA85-C361BF1A2AE0}" type="presOf" srcId="{4B0E92FA-F37D-7E40-AB74-0DA56805BAE7}" destId="{A174D04D-B60D-7348-8B58-A47928E619EC}" srcOrd="0" destOrd="0" presId="urn:microsoft.com/office/officeart/2005/8/layout/hierarchy1"/>
    <dgm:cxn modelId="{1A43619F-8B4C-CD4D-8FC4-223B04A8D29F}" type="presOf" srcId="{11A7F51E-264B-AE48-B5DB-DBB3BAC5164B}" destId="{7E10B0DA-187E-374C-A6AE-91CED635F384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752914A2-F9CE-0A4A-851A-B9910CADA038}" type="presOf" srcId="{2C280079-523E-834B-ACAF-1472D33814CB}" destId="{059FE831-3934-AA4C-81D9-A1165D6BA533}" srcOrd="0" destOrd="0" presId="urn:microsoft.com/office/officeart/2005/8/layout/hierarchy1"/>
    <dgm:cxn modelId="{C4FDB0A3-F50D-B44F-9359-18EC7246649A}" type="presOf" srcId="{1BC165AB-B879-6E45-BE42-9DB85E468E5E}" destId="{C9D855B1-F204-3449-A0AB-C83C199BFD6B}" srcOrd="0" destOrd="0" presId="urn:microsoft.com/office/officeart/2005/8/layout/hierarchy1"/>
    <dgm:cxn modelId="{5865EAA6-311B-6A4E-A85D-D95435A8FE9E}" type="presOf" srcId="{364C3A0C-E45B-3E48-9CE5-9EB4D5E291A3}" destId="{C7BFB9AC-490D-684C-AD05-725FCA559179}" srcOrd="0" destOrd="0" presId="urn:microsoft.com/office/officeart/2005/8/layout/hierarchy1"/>
    <dgm:cxn modelId="{6BDB3FA8-D41F-6343-8C39-B6BB9B24B5AE}" type="presOf" srcId="{D029E1B0-002C-1E4F-B8C4-E8D784F7075D}" destId="{F693BDAA-9A8E-FC45-932B-DEA151ED6822}" srcOrd="0" destOrd="0" presId="urn:microsoft.com/office/officeart/2005/8/layout/hierarchy1"/>
    <dgm:cxn modelId="{0681A6A9-D65C-0741-A34B-BBD65C06F33A}" type="presOf" srcId="{C048921F-4EB1-284C-AA0A-60D6AD5FBA44}" destId="{2E414492-F43C-AA49-B51E-0ED6D0144652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E1AD37AF-C5B6-AD41-AFD3-00738B1A7A52}" srcId="{8A7E9A38-0069-E54C-9C7F-E9C55CA7C411}" destId="{5ED8EFDF-8956-064A-9DFB-DCCA28CF5849}" srcOrd="0" destOrd="0" parTransId="{CDA5780B-21C9-BC4E-83B6-3CDECF37478F}" sibTransId="{C064E7FB-F77B-8B43-B893-C50FB7B07648}"/>
    <dgm:cxn modelId="{E43F0EBB-36D2-954F-A12F-E685E2848B3A}" srcId="{5ED8EFDF-8956-064A-9DFB-DCCA28CF5849}" destId="{D34E1ADF-0E61-D948-AC0E-3AF3A48C9D61}" srcOrd="2" destOrd="0" parTransId="{72873E73-5BDD-2945-B603-202D1D221223}" sibTransId="{38263E12-A7B7-944A-8B7D-5B0F416AF784}"/>
    <dgm:cxn modelId="{FCC1DBBE-C5BA-AA44-B4BB-F75C4D2CCA33}" type="presOf" srcId="{D68BBA40-1F9F-C24D-BB19-710FF1013F30}" destId="{199134CF-3476-EF4E-BA54-83810A8EDF1A}" srcOrd="0" destOrd="0" presId="urn:microsoft.com/office/officeart/2005/8/layout/hierarchy1"/>
    <dgm:cxn modelId="{D05727C1-86B7-0146-9C42-6DE2F95A19F9}" type="presOf" srcId="{19D8E85A-EF28-1042-9B35-665A12874640}" destId="{564C0382-73AB-AD40-BC20-ACDA75959C27}" srcOrd="0" destOrd="0" presId="urn:microsoft.com/office/officeart/2005/8/layout/hierarchy1"/>
    <dgm:cxn modelId="{C0676CC1-A498-B74A-B9F1-28FF0667297D}" type="presOf" srcId="{168E6C2B-590B-9741-AD46-A772950FDC0B}" destId="{5735B7E3-EFC1-2649-A353-6DA6C57BE7F2}" srcOrd="0" destOrd="0" presId="urn:microsoft.com/office/officeart/2005/8/layout/hierarchy1"/>
    <dgm:cxn modelId="{D4738EC3-FF45-5D43-B6C0-AD6F5AE3A3AA}" type="presOf" srcId="{5ED8EFDF-8956-064A-9DFB-DCCA28CF5849}" destId="{3FFFB191-7A5B-F648-9ADA-E2E297B6B27E}" srcOrd="0" destOrd="0" presId="urn:microsoft.com/office/officeart/2005/8/layout/hierarchy1"/>
    <dgm:cxn modelId="{AAA5E7CC-0150-7F4F-AD6A-CD866A76095F}" srcId="{8A7E9A38-0069-E54C-9C7F-E9C55CA7C411}" destId="{C0B1B4C2-CF26-6245-98C7-F52857ED528A}" srcOrd="1" destOrd="0" parTransId="{E752A000-5711-0F4B-8B5D-326221EFD2A1}" sibTransId="{76C9CC4B-45E2-4441-8487-3F32F41D4709}"/>
    <dgm:cxn modelId="{F030D0D4-D9B7-C34B-B2FB-7F93DAAFBC91}" type="presOf" srcId="{98D6B55B-33A1-654B-9A07-4017B4BCBC3D}" destId="{98149894-16C1-9849-9F1D-7F8F3F75A8FC}" srcOrd="0" destOrd="0" presId="urn:microsoft.com/office/officeart/2005/8/layout/hierarchy1"/>
    <dgm:cxn modelId="{910770D5-D90C-694A-BF6D-8937E89BE97A}" srcId="{5ED8EFDF-8956-064A-9DFB-DCCA28CF5849}" destId="{DE5678F3-E484-B34C-A03A-1F29B4C5702D}" srcOrd="1" destOrd="0" parTransId="{13C05AA9-C29E-A441-BA1E-FA81DA491826}" sibTransId="{CAF9D787-BDB1-684A-A334-6F129690EA88}"/>
    <dgm:cxn modelId="{F37200D7-D81C-5A4C-A896-0A8C5BEDC21A}" type="presOf" srcId="{C40EC512-88AF-B24D-AAB3-3E9A66643198}" destId="{CFFA7558-0139-FA4C-979C-AB56256C62DB}" srcOrd="0" destOrd="0" presId="urn:microsoft.com/office/officeart/2005/8/layout/hierarchy1"/>
    <dgm:cxn modelId="{36AB75D9-BECE-FF44-A8AD-D108544D7FC9}" type="presOf" srcId="{DB346DC5-5247-BD41-9BBB-38F381C6763A}" destId="{BAE9D8D9-F63B-0243-A497-F16166EB0CBB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C39510E1-EC33-164C-9B8B-03BB312F336D}" type="presOf" srcId="{8A7E9A38-0069-E54C-9C7F-E9C55CA7C411}" destId="{D868DAD2-E310-8F43-A407-6333AC65E4ED}" srcOrd="0" destOrd="0" presId="urn:microsoft.com/office/officeart/2005/8/layout/hierarchy1"/>
    <dgm:cxn modelId="{603C30E7-6AA5-B942-A9F0-A5D2E759F4FD}" type="presOf" srcId="{2E5B166C-9F1A-1A40-BE57-97EA2A4F71E6}" destId="{9870B9CA-F9A5-4E43-AED1-DF454225F6BE}" srcOrd="0" destOrd="0" presId="urn:microsoft.com/office/officeart/2005/8/layout/hierarchy1"/>
    <dgm:cxn modelId="{7D5CC2E8-C773-9349-984C-84D99FCB0010}" type="presOf" srcId="{5F667AE8-046B-E44C-AE01-855B5A32DC04}" destId="{83C2F6A7-B8DB-EA4F-8B79-DB7C685DAB41}" srcOrd="0" destOrd="0" presId="urn:microsoft.com/office/officeart/2005/8/layout/hierarchy1"/>
    <dgm:cxn modelId="{30EEB2E9-F053-4943-AE18-FF55FCA6725D}" srcId="{9D68368C-33AA-1644-80E4-398208A2C6F0}" destId="{168E6C2B-590B-9741-AD46-A772950FDC0B}" srcOrd="1" destOrd="0" parTransId="{6E9D28A9-0202-6B41-9DE6-9B3EADC17B28}" sibTransId="{53626C34-1CEF-B346-B7F0-3DD53269C5B6}"/>
    <dgm:cxn modelId="{453750EB-3F24-5C43-9F08-D8F42F13776E}" srcId="{9CF7D53B-F3DC-984D-B4E6-8F25C31E5C97}" destId="{D1A8A6CA-0B6E-724A-87A8-FD6A0D5D7FA2}" srcOrd="0" destOrd="0" parTransId="{F2E405BB-9D46-8742-BDA8-9A651FCAAE01}" sibTransId="{ED709F34-2065-8B4D-8890-38221EB21289}"/>
    <dgm:cxn modelId="{59F2D2EE-BA77-CE42-85A2-D4E6538CB5EC}" type="presOf" srcId="{86FF38A3-C483-214F-985A-8D30B54EDF81}" destId="{363CB994-25D6-3343-8FF2-3F44D7B39F3E}" srcOrd="0" destOrd="0" presId="urn:microsoft.com/office/officeart/2005/8/layout/hierarchy1"/>
    <dgm:cxn modelId="{664B4DF5-806B-F342-99FA-08A2FF1C785A}" type="presOf" srcId="{DF86860E-2719-A64A-80FF-F56192895399}" destId="{F1BC48F8-BC78-354B-8D25-7D5CBB308992}" srcOrd="0" destOrd="0" presId="urn:microsoft.com/office/officeart/2005/8/layout/hierarchy1"/>
    <dgm:cxn modelId="{C27DC928-5F83-A341-9A8A-3D65574C3450}" type="presParOf" srcId="{E5400895-F99F-7F41-8583-4BD162EA06C2}" destId="{C8E5C753-0B0D-8E4A-87C9-0512E2387AAE}" srcOrd="0" destOrd="0" presId="urn:microsoft.com/office/officeart/2005/8/layout/hierarchy1"/>
    <dgm:cxn modelId="{AEE589A4-8404-8747-8D46-1A0AA562F188}" type="presParOf" srcId="{C8E5C753-0B0D-8E4A-87C9-0512E2387AAE}" destId="{5820EE7F-AEA0-3E48-B9D6-424BD60081AD}" srcOrd="0" destOrd="0" presId="urn:microsoft.com/office/officeart/2005/8/layout/hierarchy1"/>
    <dgm:cxn modelId="{E60A7D24-7496-0B42-AD40-1AFF5EF18246}" type="presParOf" srcId="{5820EE7F-AEA0-3E48-B9D6-424BD60081AD}" destId="{93EB40CF-C469-C042-9AAC-9E65599A2A8E}" srcOrd="0" destOrd="0" presId="urn:microsoft.com/office/officeart/2005/8/layout/hierarchy1"/>
    <dgm:cxn modelId="{8437D6F6-3FD6-7A42-A361-57F1CA834F0D}" type="presParOf" srcId="{5820EE7F-AEA0-3E48-B9D6-424BD60081AD}" destId="{265B3781-273D-0148-87CB-FBE8B43D31EF}" srcOrd="1" destOrd="0" presId="urn:microsoft.com/office/officeart/2005/8/layout/hierarchy1"/>
    <dgm:cxn modelId="{817FE589-E8FD-3C4C-9830-3F17DD3D4DD1}" type="presParOf" srcId="{C8E5C753-0B0D-8E4A-87C9-0512E2387AAE}" destId="{5C49ECAC-5568-E44A-857C-15EC9EF0E8A5}" srcOrd="1" destOrd="0" presId="urn:microsoft.com/office/officeart/2005/8/layout/hierarchy1"/>
    <dgm:cxn modelId="{AC17A48F-1C65-1947-B5EE-91CE9D799B7B}" type="presParOf" srcId="{5C49ECAC-5568-E44A-857C-15EC9EF0E8A5}" destId="{564C0382-73AB-AD40-BC20-ACDA75959C27}" srcOrd="0" destOrd="0" presId="urn:microsoft.com/office/officeart/2005/8/layout/hierarchy1"/>
    <dgm:cxn modelId="{371BC8BB-AD78-F64D-93E8-7740929FFE4F}" type="presParOf" srcId="{5C49ECAC-5568-E44A-857C-15EC9EF0E8A5}" destId="{10F1810C-02FC-0744-9E7D-3799BAC81C6A}" srcOrd="1" destOrd="0" presId="urn:microsoft.com/office/officeart/2005/8/layout/hierarchy1"/>
    <dgm:cxn modelId="{1B2F0EF5-4D9B-2347-8454-E3A605F7F5CF}" type="presParOf" srcId="{10F1810C-02FC-0744-9E7D-3799BAC81C6A}" destId="{D5498994-C2A0-3C4E-A4A7-D16EB2379558}" srcOrd="0" destOrd="0" presId="urn:microsoft.com/office/officeart/2005/8/layout/hierarchy1"/>
    <dgm:cxn modelId="{22A75D13-2200-8446-9FE6-227273CC36CB}" type="presParOf" srcId="{D5498994-C2A0-3C4E-A4A7-D16EB2379558}" destId="{98C76165-9034-1643-9104-9B92F7A95E7E}" srcOrd="0" destOrd="0" presId="urn:microsoft.com/office/officeart/2005/8/layout/hierarchy1"/>
    <dgm:cxn modelId="{F30D81D2-F401-2E4C-A270-8F547BBFF6F6}" type="presParOf" srcId="{D5498994-C2A0-3C4E-A4A7-D16EB2379558}" destId="{F1BC48F8-BC78-354B-8D25-7D5CBB308992}" srcOrd="1" destOrd="0" presId="urn:microsoft.com/office/officeart/2005/8/layout/hierarchy1"/>
    <dgm:cxn modelId="{24AA6A30-61D1-034A-80D4-192526852A37}" type="presParOf" srcId="{10F1810C-02FC-0744-9E7D-3799BAC81C6A}" destId="{0EDC9799-1D2B-AD42-A6DC-713273D15719}" srcOrd="1" destOrd="0" presId="urn:microsoft.com/office/officeart/2005/8/layout/hierarchy1"/>
    <dgm:cxn modelId="{98A6BA60-BA84-F54B-9958-509C1F437AAD}" type="presParOf" srcId="{0EDC9799-1D2B-AD42-A6DC-713273D15719}" destId="{C31C142D-CC01-1143-97E8-88E8F2B4524A}" srcOrd="0" destOrd="0" presId="urn:microsoft.com/office/officeart/2005/8/layout/hierarchy1"/>
    <dgm:cxn modelId="{0F8BD49E-798E-6249-B1CD-2A39F7582207}" type="presParOf" srcId="{0EDC9799-1D2B-AD42-A6DC-713273D15719}" destId="{26E33841-EF6B-1448-81F7-61C34CE82128}" srcOrd="1" destOrd="0" presId="urn:microsoft.com/office/officeart/2005/8/layout/hierarchy1"/>
    <dgm:cxn modelId="{78C2BEEA-E700-FF41-8AF4-CD03AFC19734}" type="presParOf" srcId="{26E33841-EF6B-1448-81F7-61C34CE82128}" destId="{783C22AC-5289-D94B-9E76-2851D2F1783E}" srcOrd="0" destOrd="0" presId="urn:microsoft.com/office/officeart/2005/8/layout/hierarchy1"/>
    <dgm:cxn modelId="{0A121F6D-E603-C84D-ADAB-781613F62AE4}" type="presParOf" srcId="{783C22AC-5289-D94B-9E76-2851D2F1783E}" destId="{44BEB450-4BCD-F54F-A322-73AA595A8A41}" srcOrd="0" destOrd="0" presId="urn:microsoft.com/office/officeart/2005/8/layout/hierarchy1"/>
    <dgm:cxn modelId="{C72C1542-AE52-5D43-B598-132B11A50A04}" type="presParOf" srcId="{783C22AC-5289-D94B-9E76-2851D2F1783E}" destId="{082858DA-3FBC-224B-94F4-A3E62BFB3CA0}" srcOrd="1" destOrd="0" presId="urn:microsoft.com/office/officeart/2005/8/layout/hierarchy1"/>
    <dgm:cxn modelId="{EE21CBA9-0C59-3F4C-BC1F-E32F288D9C50}" type="presParOf" srcId="{26E33841-EF6B-1448-81F7-61C34CE82128}" destId="{7629E604-018F-5242-B3CC-BC899D593649}" srcOrd="1" destOrd="0" presId="urn:microsoft.com/office/officeart/2005/8/layout/hierarchy1"/>
    <dgm:cxn modelId="{E795AA1E-D05E-504F-B0C8-01545BF0DC9E}" type="presParOf" srcId="{0EDC9799-1D2B-AD42-A6DC-713273D15719}" destId="{7D68BC0A-EDF7-E349-B498-3CBB7AA07288}" srcOrd="2" destOrd="0" presId="urn:microsoft.com/office/officeart/2005/8/layout/hierarchy1"/>
    <dgm:cxn modelId="{629D1966-D67B-7645-865C-11FB47B68D03}" type="presParOf" srcId="{0EDC9799-1D2B-AD42-A6DC-713273D15719}" destId="{6BD3E0B7-5C33-314F-9AE1-8FB84560DB2A}" srcOrd="3" destOrd="0" presId="urn:microsoft.com/office/officeart/2005/8/layout/hierarchy1"/>
    <dgm:cxn modelId="{4CCD39CB-70C7-1045-9AD9-0C5F305D720F}" type="presParOf" srcId="{6BD3E0B7-5C33-314F-9AE1-8FB84560DB2A}" destId="{575676E5-BDCB-D34D-9698-BB8D578C3BE3}" srcOrd="0" destOrd="0" presId="urn:microsoft.com/office/officeart/2005/8/layout/hierarchy1"/>
    <dgm:cxn modelId="{70AEC28E-7534-494C-A05D-2E37ABD4FC05}" type="presParOf" srcId="{575676E5-BDCB-D34D-9698-BB8D578C3BE3}" destId="{FEEC3C17-77DE-4445-9F57-EC26BC3F2F4C}" srcOrd="0" destOrd="0" presId="urn:microsoft.com/office/officeart/2005/8/layout/hierarchy1"/>
    <dgm:cxn modelId="{812EE255-BBFE-6E49-B773-D7455CF7D992}" type="presParOf" srcId="{575676E5-BDCB-D34D-9698-BB8D578C3BE3}" destId="{8EEDF970-CC88-124A-A9E9-A1462E464C5C}" srcOrd="1" destOrd="0" presId="urn:microsoft.com/office/officeart/2005/8/layout/hierarchy1"/>
    <dgm:cxn modelId="{B7598CF7-3B73-C945-B347-8224543E5288}" type="presParOf" srcId="{6BD3E0B7-5C33-314F-9AE1-8FB84560DB2A}" destId="{5E414DC5-BB3A-894D-9574-4858C7DCC085}" srcOrd="1" destOrd="0" presId="urn:microsoft.com/office/officeart/2005/8/layout/hierarchy1"/>
    <dgm:cxn modelId="{A8092E6D-F729-7941-87E0-E0A7BFB746DA}" type="presParOf" srcId="{5C49ECAC-5568-E44A-857C-15EC9EF0E8A5}" destId="{CFFA7558-0139-FA4C-979C-AB56256C62DB}" srcOrd="2" destOrd="0" presId="urn:microsoft.com/office/officeart/2005/8/layout/hierarchy1"/>
    <dgm:cxn modelId="{3F45DE8D-B963-7F4E-B853-F1DBE09BE38E}" type="presParOf" srcId="{5C49ECAC-5568-E44A-857C-15EC9EF0E8A5}" destId="{6EC83D77-56A9-104D-AE1E-CD057355C747}" srcOrd="3" destOrd="0" presId="urn:microsoft.com/office/officeart/2005/8/layout/hierarchy1"/>
    <dgm:cxn modelId="{1B369343-9DB8-D14D-88D9-CE9E4BEA8F17}" type="presParOf" srcId="{6EC83D77-56A9-104D-AE1E-CD057355C747}" destId="{DC8CD46E-7392-1744-84C8-9E787FE21689}" srcOrd="0" destOrd="0" presId="urn:microsoft.com/office/officeart/2005/8/layout/hierarchy1"/>
    <dgm:cxn modelId="{E3A7C17E-E173-694A-B562-21C55ACFCA61}" type="presParOf" srcId="{DC8CD46E-7392-1744-84C8-9E787FE21689}" destId="{10ED8AD8-C95D-7F46-8284-6BFFCB8023D0}" srcOrd="0" destOrd="0" presId="urn:microsoft.com/office/officeart/2005/8/layout/hierarchy1"/>
    <dgm:cxn modelId="{2F6ECC60-39E2-F246-AEAA-42292B4F93EB}" type="presParOf" srcId="{DC8CD46E-7392-1744-84C8-9E787FE21689}" destId="{CE004470-AE31-6542-BE4E-74C32357678F}" srcOrd="1" destOrd="0" presId="urn:microsoft.com/office/officeart/2005/8/layout/hierarchy1"/>
    <dgm:cxn modelId="{B9D20409-B1F1-EE44-B7D5-6AAF41C653B8}" type="presParOf" srcId="{6EC83D77-56A9-104D-AE1E-CD057355C747}" destId="{05B32D1F-AA47-BD4B-9861-CEB2BA77339A}" srcOrd="1" destOrd="0" presId="urn:microsoft.com/office/officeart/2005/8/layout/hierarchy1"/>
    <dgm:cxn modelId="{3C758403-2796-394B-9C0A-F4E3BAC8561F}" type="presParOf" srcId="{05B32D1F-AA47-BD4B-9861-CEB2BA77339A}" destId="{174D4A2F-9BFD-8B4F-A3F7-0D2A7E4C3E7E}" srcOrd="0" destOrd="0" presId="urn:microsoft.com/office/officeart/2005/8/layout/hierarchy1"/>
    <dgm:cxn modelId="{24C3E484-1245-0347-AA8B-7AAE73F3A130}" type="presParOf" srcId="{05B32D1F-AA47-BD4B-9861-CEB2BA77339A}" destId="{196731D4-7E5D-6145-ABEB-A5EEBB5B68CD}" srcOrd="1" destOrd="0" presId="urn:microsoft.com/office/officeart/2005/8/layout/hierarchy1"/>
    <dgm:cxn modelId="{0DD6C237-758C-EF4D-BAA5-98D5A6020327}" type="presParOf" srcId="{196731D4-7E5D-6145-ABEB-A5EEBB5B68CD}" destId="{4B64F7C2-5DAB-AD4A-AE85-632E15C47654}" srcOrd="0" destOrd="0" presId="urn:microsoft.com/office/officeart/2005/8/layout/hierarchy1"/>
    <dgm:cxn modelId="{C65022B0-8F70-E348-AEDE-C879ACF17562}" type="presParOf" srcId="{4B64F7C2-5DAB-AD4A-AE85-632E15C47654}" destId="{6E16703E-D480-984D-B802-173E140186A1}" srcOrd="0" destOrd="0" presId="urn:microsoft.com/office/officeart/2005/8/layout/hierarchy1"/>
    <dgm:cxn modelId="{8C4E342F-07C6-5341-9B7C-AB8E47EE3EF2}" type="presParOf" srcId="{4B64F7C2-5DAB-AD4A-AE85-632E15C47654}" destId="{1335637A-7683-4A41-B519-CE080C5D3C7D}" srcOrd="1" destOrd="0" presId="urn:microsoft.com/office/officeart/2005/8/layout/hierarchy1"/>
    <dgm:cxn modelId="{609B1F5F-1FF2-1B45-B4DD-B03A2FE166F7}" type="presParOf" srcId="{196731D4-7E5D-6145-ABEB-A5EEBB5B68CD}" destId="{9F81CD06-620E-2440-B2AF-59194600DD49}" srcOrd="1" destOrd="0" presId="urn:microsoft.com/office/officeart/2005/8/layout/hierarchy1"/>
    <dgm:cxn modelId="{F3EBDDD6-4347-9F46-B032-E5C79AEA66E1}" type="presParOf" srcId="{05B32D1F-AA47-BD4B-9861-CEB2BA77339A}" destId="{A174D04D-B60D-7348-8B58-A47928E619EC}" srcOrd="2" destOrd="0" presId="urn:microsoft.com/office/officeart/2005/8/layout/hierarchy1"/>
    <dgm:cxn modelId="{B0E783ED-2860-0442-824C-549976E74A17}" type="presParOf" srcId="{05B32D1F-AA47-BD4B-9861-CEB2BA77339A}" destId="{30A85658-0530-CB42-B571-1E87CC91D0E4}" srcOrd="3" destOrd="0" presId="urn:microsoft.com/office/officeart/2005/8/layout/hierarchy1"/>
    <dgm:cxn modelId="{9C197A76-EF05-2149-B313-D11D861890FD}" type="presParOf" srcId="{30A85658-0530-CB42-B571-1E87CC91D0E4}" destId="{E0024918-00B1-2340-BC03-724DBBE99F0A}" srcOrd="0" destOrd="0" presId="urn:microsoft.com/office/officeart/2005/8/layout/hierarchy1"/>
    <dgm:cxn modelId="{13553300-B298-E74C-AA26-0D8D17489CE8}" type="presParOf" srcId="{E0024918-00B1-2340-BC03-724DBBE99F0A}" destId="{9BB62355-7E98-FF48-B43F-443943F5FC67}" srcOrd="0" destOrd="0" presId="urn:microsoft.com/office/officeart/2005/8/layout/hierarchy1"/>
    <dgm:cxn modelId="{3475B80F-ED5E-D34C-A460-7771479343D9}" type="presParOf" srcId="{E0024918-00B1-2340-BC03-724DBBE99F0A}" destId="{98149894-16C1-9849-9F1D-7F8F3F75A8FC}" srcOrd="1" destOrd="0" presId="urn:microsoft.com/office/officeart/2005/8/layout/hierarchy1"/>
    <dgm:cxn modelId="{29F36491-5A06-7C4C-A09B-17627B8905FB}" type="presParOf" srcId="{30A85658-0530-CB42-B571-1E87CC91D0E4}" destId="{99C4F68D-F73D-6A4E-BE4F-1FE4355B995F}" srcOrd="1" destOrd="0" presId="urn:microsoft.com/office/officeart/2005/8/layout/hierarchy1"/>
    <dgm:cxn modelId="{FF2FE686-427B-F841-BFA6-17F00BC71A49}" type="presParOf" srcId="{05B32D1F-AA47-BD4B-9861-CEB2BA77339A}" destId="{E2CD4462-F0C6-4B43-9B77-3211BA022417}" srcOrd="4" destOrd="0" presId="urn:microsoft.com/office/officeart/2005/8/layout/hierarchy1"/>
    <dgm:cxn modelId="{04181F58-2F69-8441-AC80-D63CF96DF326}" type="presParOf" srcId="{05B32D1F-AA47-BD4B-9861-CEB2BA77339A}" destId="{08080D38-0204-9C4A-92FB-3C366F00C440}" srcOrd="5" destOrd="0" presId="urn:microsoft.com/office/officeart/2005/8/layout/hierarchy1"/>
    <dgm:cxn modelId="{6AC7E858-1DF4-F345-A826-A90DA677E00B}" type="presParOf" srcId="{08080D38-0204-9C4A-92FB-3C366F00C440}" destId="{FDA12B9F-7C66-DB4A-8536-4921795A1CBB}" srcOrd="0" destOrd="0" presId="urn:microsoft.com/office/officeart/2005/8/layout/hierarchy1"/>
    <dgm:cxn modelId="{74FCBB15-CC2D-C24E-9920-7701D875201B}" type="presParOf" srcId="{FDA12B9F-7C66-DB4A-8536-4921795A1CBB}" destId="{06B3B77D-83B7-4F4F-A505-FD6E2141620B}" srcOrd="0" destOrd="0" presId="urn:microsoft.com/office/officeart/2005/8/layout/hierarchy1"/>
    <dgm:cxn modelId="{8AB209F9-683A-F84B-9E81-C032B2062D9B}" type="presParOf" srcId="{FDA12B9F-7C66-DB4A-8536-4921795A1CBB}" destId="{EACE96B3-4D7B-5841-A0E5-AF7D060742AB}" srcOrd="1" destOrd="0" presId="urn:microsoft.com/office/officeart/2005/8/layout/hierarchy1"/>
    <dgm:cxn modelId="{DEF39B80-B589-614D-956C-2CF2229D158E}" type="presParOf" srcId="{08080D38-0204-9C4A-92FB-3C366F00C440}" destId="{C87E8C82-A391-6047-AF70-E034A283C4E6}" srcOrd="1" destOrd="0" presId="urn:microsoft.com/office/officeart/2005/8/layout/hierarchy1"/>
    <dgm:cxn modelId="{B7272B17-A5CC-DF46-9B44-02F965D32E55}" type="presParOf" srcId="{5C49ECAC-5568-E44A-857C-15EC9EF0E8A5}" destId="{BAE9D8D9-F63B-0243-A497-F16166EB0CBB}" srcOrd="4" destOrd="0" presId="urn:microsoft.com/office/officeart/2005/8/layout/hierarchy1"/>
    <dgm:cxn modelId="{C8C15E5B-A20D-E44A-AA1F-1321D818F490}" type="presParOf" srcId="{5C49ECAC-5568-E44A-857C-15EC9EF0E8A5}" destId="{7D3F5C1B-61DC-AD42-8AE5-BEEE45F0D2A2}" srcOrd="5" destOrd="0" presId="urn:microsoft.com/office/officeart/2005/8/layout/hierarchy1"/>
    <dgm:cxn modelId="{BBC3C237-7B77-3C47-82DA-6EDCC56B1A38}" type="presParOf" srcId="{7D3F5C1B-61DC-AD42-8AE5-BEEE45F0D2A2}" destId="{AC665988-D2DC-E14F-B467-28ADF91F8F15}" srcOrd="0" destOrd="0" presId="urn:microsoft.com/office/officeart/2005/8/layout/hierarchy1"/>
    <dgm:cxn modelId="{115FB8ED-B1FA-1146-91C7-39AA76199524}" type="presParOf" srcId="{AC665988-D2DC-E14F-B467-28ADF91F8F15}" destId="{B1AEAF6C-B8B1-1748-805C-DEA9F80466AD}" srcOrd="0" destOrd="0" presId="urn:microsoft.com/office/officeart/2005/8/layout/hierarchy1"/>
    <dgm:cxn modelId="{3287B05D-D15C-4647-AE22-33AAD5E31535}" type="presParOf" srcId="{AC665988-D2DC-E14F-B467-28ADF91F8F15}" destId="{C9D855B1-F204-3449-A0AB-C83C199BFD6B}" srcOrd="1" destOrd="0" presId="urn:microsoft.com/office/officeart/2005/8/layout/hierarchy1"/>
    <dgm:cxn modelId="{0F55F8F1-1608-5E4F-BF71-22515AC1B4E5}" type="presParOf" srcId="{7D3F5C1B-61DC-AD42-8AE5-BEEE45F0D2A2}" destId="{158DD9B6-60BC-2441-9B3A-ABE4E09BA18B}" srcOrd="1" destOrd="0" presId="urn:microsoft.com/office/officeart/2005/8/layout/hierarchy1"/>
    <dgm:cxn modelId="{5C6BD961-B1EA-884F-98F7-B9FA8A649463}" type="presParOf" srcId="{158DD9B6-60BC-2441-9B3A-ABE4E09BA18B}" destId="{4C4AF905-DDF4-E241-A58B-D9F5E626544B}" srcOrd="0" destOrd="0" presId="urn:microsoft.com/office/officeart/2005/8/layout/hierarchy1"/>
    <dgm:cxn modelId="{F41BA87D-6A61-6E46-8BDA-7B12FEE8DFF7}" type="presParOf" srcId="{158DD9B6-60BC-2441-9B3A-ABE4E09BA18B}" destId="{96F9D759-329B-8447-ACE3-1D1908AF39CA}" srcOrd="1" destOrd="0" presId="urn:microsoft.com/office/officeart/2005/8/layout/hierarchy1"/>
    <dgm:cxn modelId="{B32D8C72-50B5-B147-A0CB-68410530886A}" type="presParOf" srcId="{96F9D759-329B-8447-ACE3-1D1908AF39CA}" destId="{5B31A2F8-731F-3142-9250-68B25B08921B}" srcOrd="0" destOrd="0" presId="urn:microsoft.com/office/officeart/2005/8/layout/hierarchy1"/>
    <dgm:cxn modelId="{8FC57053-91A3-AB46-91E4-4FB24CB38C33}" type="presParOf" srcId="{5B31A2F8-731F-3142-9250-68B25B08921B}" destId="{D69C27FE-178C-0B44-8F16-561617AC1399}" srcOrd="0" destOrd="0" presId="urn:microsoft.com/office/officeart/2005/8/layout/hierarchy1"/>
    <dgm:cxn modelId="{958BE137-C868-954C-B646-87E136AB7229}" type="presParOf" srcId="{5B31A2F8-731F-3142-9250-68B25B08921B}" destId="{D868DAD2-E310-8F43-A407-6333AC65E4ED}" srcOrd="1" destOrd="0" presId="urn:microsoft.com/office/officeart/2005/8/layout/hierarchy1"/>
    <dgm:cxn modelId="{A0C238B7-BB9E-AB45-9F58-95BFFBD96814}" type="presParOf" srcId="{96F9D759-329B-8447-ACE3-1D1908AF39CA}" destId="{E43D8B10-5787-D14E-B9FA-E7D8EE6FDE4F}" srcOrd="1" destOrd="0" presId="urn:microsoft.com/office/officeart/2005/8/layout/hierarchy1"/>
    <dgm:cxn modelId="{78E45DE6-2AE8-2040-9AF4-25B19B89EF14}" type="presParOf" srcId="{E43D8B10-5787-D14E-B9FA-E7D8EE6FDE4F}" destId="{5F7EDAEE-AFB2-1145-9746-5AE19E9F92D3}" srcOrd="0" destOrd="0" presId="urn:microsoft.com/office/officeart/2005/8/layout/hierarchy1"/>
    <dgm:cxn modelId="{FF638C36-4EF0-BB43-B38C-BA8F32ED5A40}" type="presParOf" srcId="{E43D8B10-5787-D14E-B9FA-E7D8EE6FDE4F}" destId="{F0EA369D-6E0F-574B-A3F0-572551C74A3F}" srcOrd="1" destOrd="0" presId="urn:microsoft.com/office/officeart/2005/8/layout/hierarchy1"/>
    <dgm:cxn modelId="{2E8A3FF3-5F8D-FA41-A19E-9B667CD632F8}" type="presParOf" srcId="{F0EA369D-6E0F-574B-A3F0-572551C74A3F}" destId="{C25B6143-95B1-264C-97D6-00D6662E4060}" srcOrd="0" destOrd="0" presId="urn:microsoft.com/office/officeart/2005/8/layout/hierarchy1"/>
    <dgm:cxn modelId="{E1C1DE5A-3BEF-2842-B968-370C7F4ACC9F}" type="presParOf" srcId="{C25B6143-95B1-264C-97D6-00D6662E4060}" destId="{27CAD266-EAE3-2A42-904D-42C85764CE0C}" srcOrd="0" destOrd="0" presId="urn:microsoft.com/office/officeart/2005/8/layout/hierarchy1"/>
    <dgm:cxn modelId="{4399A8E3-390D-0340-AE0C-CDAAD2340A6E}" type="presParOf" srcId="{C25B6143-95B1-264C-97D6-00D6662E4060}" destId="{3FFFB191-7A5B-F648-9ADA-E2E297B6B27E}" srcOrd="1" destOrd="0" presId="urn:microsoft.com/office/officeart/2005/8/layout/hierarchy1"/>
    <dgm:cxn modelId="{8D0DD9AF-F827-804F-B6E2-95B90D2A5A79}" type="presParOf" srcId="{F0EA369D-6E0F-574B-A3F0-572551C74A3F}" destId="{D8EBBF63-6A1E-BF47-8620-76A6ADA637B3}" srcOrd="1" destOrd="0" presId="urn:microsoft.com/office/officeart/2005/8/layout/hierarchy1"/>
    <dgm:cxn modelId="{2087EE28-284D-4E45-B672-60DECB404C93}" type="presParOf" srcId="{D8EBBF63-6A1E-BF47-8620-76A6ADA637B3}" destId="{059FE831-3934-AA4C-81D9-A1165D6BA533}" srcOrd="0" destOrd="0" presId="urn:microsoft.com/office/officeart/2005/8/layout/hierarchy1"/>
    <dgm:cxn modelId="{2AD368A5-C433-074A-B74B-D24CCC0A33F2}" type="presParOf" srcId="{D8EBBF63-6A1E-BF47-8620-76A6ADA637B3}" destId="{E277D6FD-6DCB-5543-93AA-93EA8001A69C}" srcOrd="1" destOrd="0" presId="urn:microsoft.com/office/officeart/2005/8/layout/hierarchy1"/>
    <dgm:cxn modelId="{E73426C8-1AFA-0F45-854E-F8006C521D8A}" type="presParOf" srcId="{E277D6FD-6DCB-5543-93AA-93EA8001A69C}" destId="{5D83A187-D480-4746-BCFA-6A3C92B5A341}" srcOrd="0" destOrd="0" presId="urn:microsoft.com/office/officeart/2005/8/layout/hierarchy1"/>
    <dgm:cxn modelId="{552873D5-0138-9846-A3D7-E4B37CCBB76E}" type="presParOf" srcId="{5D83A187-D480-4746-BCFA-6A3C92B5A341}" destId="{B98F8870-53AF-2E47-8DC4-D3880E39DAC2}" srcOrd="0" destOrd="0" presId="urn:microsoft.com/office/officeart/2005/8/layout/hierarchy1"/>
    <dgm:cxn modelId="{BA0B161A-FE79-2645-8473-034420EFA71F}" type="presParOf" srcId="{5D83A187-D480-4746-BCFA-6A3C92B5A341}" destId="{C600CFF6-A683-1446-81BA-585206CB3A42}" srcOrd="1" destOrd="0" presId="urn:microsoft.com/office/officeart/2005/8/layout/hierarchy1"/>
    <dgm:cxn modelId="{C859DD76-BBD1-1D48-BC6E-D41D056E502E}" type="presParOf" srcId="{E277D6FD-6DCB-5543-93AA-93EA8001A69C}" destId="{A8343A08-0A89-5743-BD27-4D119D91232D}" srcOrd="1" destOrd="0" presId="urn:microsoft.com/office/officeart/2005/8/layout/hierarchy1"/>
    <dgm:cxn modelId="{4953E2D1-5016-234F-AE7A-4354978DABA7}" type="presParOf" srcId="{D8EBBF63-6A1E-BF47-8620-76A6ADA637B3}" destId="{A50E9863-A52D-9549-A655-6F56C7EA8276}" srcOrd="2" destOrd="0" presId="urn:microsoft.com/office/officeart/2005/8/layout/hierarchy1"/>
    <dgm:cxn modelId="{D623A5B7-AA2F-2B4F-801C-ABED57F549A2}" type="presParOf" srcId="{D8EBBF63-6A1E-BF47-8620-76A6ADA637B3}" destId="{014B64B1-862B-1F40-8525-ECD3E67D97D9}" srcOrd="3" destOrd="0" presId="urn:microsoft.com/office/officeart/2005/8/layout/hierarchy1"/>
    <dgm:cxn modelId="{3174525A-1C4C-BA45-8E13-40FE44827D55}" type="presParOf" srcId="{014B64B1-862B-1F40-8525-ECD3E67D97D9}" destId="{5A66841A-B8BE-E244-99D3-DB1E85E10C35}" srcOrd="0" destOrd="0" presId="urn:microsoft.com/office/officeart/2005/8/layout/hierarchy1"/>
    <dgm:cxn modelId="{CF6D3098-B65C-AE48-8528-729A84AF17CE}" type="presParOf" srcId="{5A66841A-B8BE-E244-99D3-DB1E85E10C35}" destId="{C320C1A5-5933-7346-8BDE-9AEE18EED0D5}" srcOrd="0" destOrd="0" presId="urn:microsoft.com/office/officeart/2005/8/layout/hierarchy1"/>
    <dgm:cxn modelId="{449D3C19-03B3-F543-AE95-1993F546B985}" type="presParOf" srcId="{5A66841A-B8BE-E244-99D3-DB1E85E10C35}" destId="{3F869B66-BEF4-EA49-A760-429C1E32A4A8}" srcOrd="1" destOrd="0" presId="urn:microsoft.com/office/officeart/2005/8/layout/hierarchy1"/>
    <dgm:cxn modelId="{4074ECAC-6337-214F-BE03-24AE518188AC}" type="presParOf" srcId="{014B64B1-862B-1F40-8525-ECD3E67D97D9}" destId="{D5983698-DEAC-0047-BC3F-2C489D8B80B9}" srcOrd="1" destOrd="0" presId="urn:microsoft.com/office/officeart/2005/8/layout/hierarchy1"/>
    <dgm:cxn modelId="{22737B35-DF85-034D-A01F-A1393093EC24}" type="presParOf" srcId="{D8EBBF63-6A1E-BF47-8620-76A6ADA637B3}" destId="{984D623A-B6C1-EF4D-B38B-A09708FA56E0}" srcOrd="4" destOrd="0" presId="urn:microsoft.com/office/officeart/2005/8/layout/hierarchy1"/>
    <dgm:cxn modelId="{89C75BC9-83D7-A04E-9085-642270B39BDF}" type="presParOf" srcId="{D8EBBF63-6A1E-BF47-8620-76A6ADA637B3}" destId="{9308F059-D3CD-5944-8EA1-C9826AE7085F}" srcOrd="5" destOrd="0" presId="urn:microsoft.com/office/officeart/2005/8/layout/hierarchy1"/>
    <dgm:cxn modelId="{9910991D-1867-4543-9152-65CB8A310456}" type="presParOf" srcId="{9308F059-D3CD-5944-8EA1-C9826AE7085F}" destId="{FEF2D0AB-F9C7-9B40-AE96-35367F6DB3C5}" srcOrd="0" destOrd="0" presId="urn:microsoft.com/office/officeart/2005/8/layout/hierarchy1"/>
    <dgm:cxn modelId="{1CC072B4-D9AE-3648-B1DE-6EBF97759BC8}" type="presParOf" srcId="{FEF2D0AB-F9C7-9B40-AE96-35367F6DB3C5}" destId="{E8292A70-5998-2848-8036-0475A0D76C22}" srcOrd="0" destOrd="0" presId="urn:microsoft.com/office/officeart/2005/8/layout/hierarchy1"/>
    <dgm:cxn modelId="{4DE96308-02BF-064B-9F36-294B0748373D}" type="presParOf" srcId="{FEF2D0AB-F9C7-9B40-AE96-35367F6DB3C5}" destId="{7FF2E27C-78CE-5D43-AABB-62242276235A}" srcOrd="1" destOrd="0" presId="urn:microsoft.com/office/officeart/2005/8/layout/hierarchy1"/>
    <dgm:cxn modelId="{7AA7286A-9791-9848-BDB5-50B84D2FEF03}" type="presParOf" srcId="{9308F059-D3CD-5944-8EA1-C9826AE7085F}" destId="{E22EE871-18D1-2840-991D-EB5118EE4EEB}" srcOrd="1" destOrd="0" presId="urn:microsoft.com/office/officeart/2005/8/layout/hierarchy1"/>
    <dgm:cxn modelId="{F96CD88A-2C15-704F-BF3D-0EFFC9666541}" type="presParOf" srcId="{E43D8B10-5787-D14E-B9FA-E7D8EE6FDE4F}" destId="{7A5A9C9D-5743-894D-9DC3-3B769CCB28E8}" srcOrd="2" destOrd="0" presId="urn:microsoft.com/office/officeart/2005/8/layout/hierarchy1"/>
    <dgm:cxn modelId="{D80C9D90-986B-E94E-8CE6-0C73FD4E2D95}" type="presParOf" srcId="{E43D8B10-5787-D14E-B9FA-E7D8EE6FDE4F}" destId="{635B408F-A789-4843-AF4F-742F5C478724}" srcOrd="3" destOrd="0" presId="urn:microsoft.com/office/officeart/2005/8/layout/hierarchy1"/>
    <dgm:cxn modelId="{96D41EFD-A353-E74D-A2FD-FA981DE006FD}" type="presParOf" srcId="{635B408F-A789-4843-AF4F-742F5C478724}" destId="{5560BF9A-9B6F-1E47-822D-BE50ADE485DF}" srcOrd="0" destOrd="0" presId="urn:microsoft.com/office/officeart/2005/8/layout/hierarchy1"/>
    <dgm:cxn modelId="{ADDA2416-96CC-F14B-B927-97E1DD086E29}" type="presParOf" srcId="{5560BF9A-9B6F-1E47-822D-BE50ADE485DF}" destId="{B971B8B7-8197-DF40-94B7-D04DF948C93E}" srcOrd="0" destOrd="0" presId="urn:microsoft.com/office/officeart/2005/8/layout/hierarchy1"/>
    <dgm:cxn modelId="{9A000B8A-99BC-AA48-BE1D-BBA7BF864413}" type="presParOf" srcId="{5560BF9A-9B6F-1E47-822D-BE50ADE485DF}" destId="{400D3616-5140-9D4A-B0A6-0608E5978375}" srcOrd="1" destOrd="0" presId="urn:microsoft.com/office/officeart/2005/8/layout/hierarchy1"/>
    <dgm:cxn modelId="{14425EF3-5083-9144-9807-76ADBF799535}" type="presParOf" srcId="{635B408F-A789-4843-AF4F-742F5C478724}" destId="{94012332-EC24-4549-BD39-17E2E2558455}" srcOrd="1" destOrd="0" presId="urn:microsoft.com/office/officeart/2005/8/layout/hierarchy1"/>
    <dgm:cxn modelId="{48BD294D-BB42-534A-B48B-AAFF35C5E0D9}" type="presParOf" srcId="{158DD9B6-60BC-2441-9B3A-ABE4E09BA18B}" destId="{363CB994-25D6-3343-8FF2-3F44D7B39F3E}" srcOrd="2" destOrd="0" presId="urn:microsoft.com/office/officeart/2005/8/layout/hierarchy1"/>
    <dgm:cxn modelId="{2B0F58F2-5BCB-F94F-9520-06A061A1516E}" type="presParOf" srcId="{158DD9B6-60BC-2441-9B3A-ABE4E09BA18B}" destId="{0517C462-0F20-474A-999F-2275B7CA1B26}" srcOrd="3" destOrd="0" presId="urn:microsoft.com/office/officeart/2005/8/layout/hierarchy1"/>
    <dgm:cxn modelId="{B30A4C79-63DC-6643-B118-96E67CA62286}" type="presParOf" srcId="{0517C462-0F20-474A-999F-2275B7CA1B26}" destId="{53C3B555-F63D-CE45-9843-C980835FEDF2}" srcOrd="0" destOrd="0" presId="urn:microsoft.com/office/officeart/2005/8/layout/hierarchy1"/>
    <dgm:cxn modelId="{5B59AAE6-675C-174B-96EF-CB2DAD7EBE73}" type="presParOf" srcId="{53C3B555-F63D-CE45-9843-C980835FEDF2}" destId="{6D5BA4A2-8D20-0449-9E98-F0EF444A63FB}" srcOrd="0" destOrd="0" presId="urn:microsoft.com/office/officeart/2005/8/layout/hierarchy1"/>
    <dgm:cxn modelId="{7D2EAA7D-239D-8949-9D96-A86B97D22EF6}" type="presParOf" srcId="{53C3B555-F63D-CE45-9843-C980835FEDF2}" destId="{FBAACFE0-43C6-F245-ADA4-A9A35786F27A}" srcOrd="1" destOrd="0" presId="urn:microsoft.com/office/officeart/2005/8/layout/hierarchy1"/>
    <dgm:cxn modelId="{54C84D9F-7584-AF4F-9436-F7B370B6C9C6}" type="presParOf" srcId="{0517C462-0F20-474A-999F-2275B7CA1B26}" destId="{7131125B-E55F-734E-8098-71DEBEEDCC5A}" srcOrd="1" destOrd="0" presId="urn:microsoft.com/office/officeart/2005/8/layout/hierarchy1"/>
    <dgm:cxn modelId="{91F1418C-E860-504B-BE80-7E17F4ED36E7}" type="presParOf" srcId="{7131125B-E55F-734E-8098-71DEBEEDCC5A}" destId="{5408A212-47CD-4D46-8FAB-27B848FD240A}" srcOrd="0" destOrd="0" presId="urn:microsoft.com/office/officeart/2005/8/layout/hierarchy1"/>
    <dgm:cxn modelId="{7A611526-70ED-FD41-81A8-D087901FF18A}" type="presParOf" srcId="{7131125B-E55F-734E-8098-71DEBEEDCC5A}" destId="{6DA1E2AD-2C79-CF4A-BF8F-DDC4BC3E8328}" srcOrd="1" destOrd="0" presId="urn:microsoft.com/office/officeart/2005/8/layout/hierarchy1"/>
    <dgm:cxn modelId="{30ECDB19-DCAE-0A46-8A99-2C7B0E46D68A}" type="presParOf" srcId="{6DA1E2AD-2C79-CF4A-BF8F-DDC4BC3E8328}" destId="{B9EA2B61-DBD5-A141-BC4B-993F0F3A5C66}" srcOrd="0" destOrd="0" presId="urn:microsoft.com/office/officeart/2005/8/layout/hierarchy1"/>
    <dgm:cxn modelId="{63DED6A6-4B42-6D4B-BF11-36F7ED4BE349}" type="presParOf" srcId="{B9EA2B61-DBD5-A141-BC4B-993F0F3A5C66}" destId="{F7A0C49C-47A1-134D-818D-55E7FE493CB6}" srcOrd="0" destOrd="0" presId="urn:microsoft.com/office/officeart/2005/8/layout/hierarchy1"/>
    <dgm:cxn modelId="{36D5F04D-5507-694C-B06D-61D1AE56B706}" type="presParOf" srcId="{B9EA2B61-DBD5-A141-BC4B-993F0F3A5C66}" destId="{37EEB28E-EED4-3D42-B6E7-4F1F94EEB9B5}" srcOrd="1" destOrd="0" presId="urn:microsoft.com/office/officeart/2005/8/layout/hierarchy1"/>
    <dgm:cxn modelId="{4D3FB14A-D393-DD4B-9BC1-343EB4C88D5E}" type="presParOf" srcId="{6DA1E2AD-2C79-CF4A-BF8F-DDC4BC3E8328}" destId="{5495DD1B-8F92-3E46-8B7A-A4A0FD3EC739}" srcOrd="1" destOrd="0" presId="urn:microsoft.com/office/officeart/2005/8/layout/hierarchy1"/>
    <dgm:cxn modelId="{BB83643D-2420-B646-B2EB-5C40FA360DE1}" type="presParOf" srcId="{5495DD1B-8F92-3E46-8B7A-A4A0FD3EC739}" destId="{337060B7-D3D4-F94E-B389-33AFD88D6377}" srcOrd="0" destOrd="0" presId="urn:microsoft.com/office/officeart/2005/8/layout/hierarchy1"/>
    <dgm:cxn modelId="{9DC28AAA-BEEF-1F43-813C-AF56189729F6}" type="presParOf" srcId="{5495DD1B-8F92-3E46-8B7A-A4A0FD3EC739}" destId="{B2F0B8DB-094A-CE48-B70D-2EB4DA5FD022}" srcOrd="1" destOrd="0" presId="urn:microsoft.com/office/officeart/2005/8/layout/hierarchy1"/>
    <dgm:cxn modelId="{A491CA9B-C167-A246-87B9-490AAE6476CA}" type="presParOf" srcId="{B2F0B8DB-094A-CE48-B70D-2EB4DA5FD022}" destId="{BFAF98AD-2BE9-C045-9DC6-545127F0E7BF}" srcOrd="0" destOrd="0" presId="urn:microsoft.com/office/officeart/2005/8/layout/hierarchy1"/>
    <dgm:cxn modelId="{A9F2B913-3FE6-A840-8A1A-90FF2A1AB5DC}" type="presParOf" srcId="{BFAF98AD-2BE9-C045-9DC6-545127F0E7BF}" destId="{2CCD2003-1084-6E45-A16F-8DD22C2F3363}" srcOrd="0" destOrd="0" presId="urn:microsoft.com/office/officeart/2005/8/layout/hierarchy1"/>
    <dgm:cxn modelId="{6EE9E4AB-B4D1-2349-9679-6687FC3EECEC}" type="presParOf" srcId="{BFAF98AD-2BE9-C045-9DC6-545127F0E7BF}" destId="{9870B9CA-F9A5-4E43-AED1-DF454225F6BE}" srcOrd="1" destOrd="0" presId="urn:microsoft.com/office/officeart/2005/8/layout/hierarchy1"/>
    <dgm:cxn modelId="{6A561A04-D501-984A-BA51-148866265CD8}" type="presParOf" srcId="{B2F0B8DB-094A-CE48-B70D-2EB4DA5FD022}" destId="{595335F3-78A3-4D46-9FAE-0177047895A2}" srcOrd="1" destOrd="0" presId="urn:microsoft.com/office/officeart/2005/8/layout/hierarchy1"/>
    <dgm:cxn modelId="{3C91BD28-04C8-5D46-B909-F05C631F4EF8}" type="presParOf" srcId="{5495DD1B-8F92-3E46-8B7A-A4A0FD3EC739}" destId="{F2409E12-FE7E-0B40-8ED9-46993E014F7D}" srcOrd="2" destOrd="0" presId="urn:microsoft.com/office/officeart/2005/8/layout/hierarchy1"/>
    <dgm:cxn modelId="{6D10C288-F164-7F49-B626-7933B01F16A5}" type="presParOf" srcId="{5495DD1B-8F92-3E46-8B7A-A4A0FD3EC739}" destId="{5C727061-6ECD-0646-8CB9-1ECA039C7992}" srcOrd="3" destOrd="0" presId="urn:microsoft.com/office/officeart/2005/8/layout/hierarchy1"/>
    <dgm:cxn modelId="{4F364516-6460-6443-A370-D4E4FD937376}" type="presParOf" srcId="{5C727061-6ECD-0646-8CB9-1ECA039C7992}" destId="{E687696C-B94D-AB46-B894-EAC5BA9F2A3B}" srcOrd="0" destOrd="0" presId="urn:microsoft.com/office/officeart/2005/8/layout/hierarchy1"/>
    <dgm:cxn modelId="{84A4C770-2811-1044-B6AB-0570C862609D}" type="presParOf" srcId="{E687696C-B94D-AB46-B894-EAC5BA9F2A3B}" destId="{79156C9E-B7D6-044E-BDFF-0A9B633EEE56}" srcOrd="0" destOrd="0" presId="urn:microsoft.com/office/officeart/2005/8/layout/hierarchy1"/>
    <dgm:cxn modelId="{F066F60C-CE2A-9644-9963-D77FA72A89F9}" type="presParOf" srcId="{E687696C-B94D-AB46-B894-EAC5BA9F2A3B}" destId="{5735B7E3-EFC1-2649-A353-6DA6C57BE7F2}" srcOrd="1" destOrd="0" presId="urn:microsoft.com/office/officeart/2005/8/layout/hierarchy1"/>
    <dgm:cxn modelId="{0ECBD1F8-F1A2-D043-87D9-54CD276970EF}" type="presParOf" srcId="{5C727061-6ECD-0646-8CB9-1ECA039C7992}" destId="{878E7CB4-370B-C24B-95F9-B0A6FDC29E0C}" srcOrd="1" destOrd="0" presId="urn:microsoft.com/office/officeart/2005/8/layout/hierarchy1"/>
    <dgm:cxn modelId="{CA773B3E-3556-D945-BB06-1ACC0F348CDA}" type="presParOf" srcId="{5495DD1B-8F92-3E46-8B7A-A4A0FD3EC739}" destId="{F693BDAA-9A8E-FC45-932B-DEA151ED6822}" srcOrd="4" destOrd="0" presId="urn:microsoft.com/office/officeart/2005/8/layout/hierarchy1"/>
    <dgm:cxn modelId="{E441936B-F01A-EE4C-9E8C-3FE1D71134BA}" type="presParOf" srcId="{5495DD1B-8F92-3E46-8B7A-A4A0FD3EC739}" destId="{6650A149-B299-6E43-961A-E2FE500539D9}" srcOrd="5" destOrd="0" presId="urn:microsoft.com/office/officeart/2005/8/layout/hierarchy1"/>
    <dgm:cxn modelId="{E53A90D9-E91C-134E-924F-BEEC64670083}" type="presParOf" srcId="{6650A149-B299-6E43-961A-E2FE500539D9}" destId="{213DB7BE-979D-2E4D-8A13-5430705A0393}" srcOrd="0" destOrd="0" presId="urn:microsoft.com/office/officeart/2005/8/layout/hierarchy1"/>
    <dgm:cxn modelId="{95217C11-B0AB-C64F-8D48-B5EFD55E58B7}" type="presParOf" srcId="{213DB7BE-979D-2E4D-8A13-5430705A0393}" destId="{C19139E1-A0BD-5B49-997C-3539729C0F4B}" srcOrd="0" destOrd="0" presId="urn:microsoft.com/office/officeart/2005/8/layout/hierarchy1"/>
    <dgm:cxn modelId="{2097C4AB-BF32-6443-AD56-6E5CC5434FA2}" type="presParOf" srcId="{213DB7BE-979D-2E4D-8A13-5430705A0393}" destId="{83C2F6A7-B8DB-EA4F-8B79-DB7C685DAB41}" srcOrd="1" destOrd="0" presId="urn:microsoft.com/office/officeart/2005/8/layout/hierarchy1"/>
    <dgm:cxn modelId="{62968D84-1BB9-EA4A-B2A8-D2660623B18D}" type="presParOf" srcId="{6650A149-B299-6E43-961A-E2FE500539D9}" destId="{1A519290-889C-734F-BEF1-6FBA89657A64}" srcOrd="1" destOrd="0" presId="urn:microsoft.com/office/officeart/2005/8/layout/hierarchy1"/>
    <dgm:cxn modelId="{5A35AE1B-61C0-2B4A-8A16-8990590C499E}" type="presParOf" srcId="{5495DD1B-8F92-3E46-8B7A-A4A0FD3EC739}" destId="{8BBCA62D-46DF-DA41-A721-B30D64F12F51}" srcOrd="6" destOrd="0" presId="urn:microsoft.com/office/officeart/2005/8/layout/hierarchy1"/>
    <dgm:cxn modelId="{4653AFD0-9D4C-B74D-95B6-1B3BB2963D4F}" type="presParOf" srcId="{5495DD1B-8F92-3E46-8B7A-A4A0FD3EC739}" destId="{B9830C9A-D20E-564A-A78F-221D5A7BDEDF}" srcOrd="7" destOrd="0" presId="urn:microsoft.com/office/officeart/2005/8/layout/hierarchy1"/>
    <dgm:cxn modelId="{9C5A75BC-306F-AD4B-97EC-26F15BFA46E6}" type="presParOf" srcId="{B9830C9A-D20E-564A-A78F-221D5A7BDEDF}" destId="{A049ED82-7D17-4E4B-801C-7ED2DA9C02C1}" srcOrd="0" destOrd="0" presId="urn:microsoft.com/office/officeart/2005/8/layout/hierarchy1"/>
    <dgm:cxn modelId="{23A9A0E8-09F7-D94E-A56B-CCF3BFDCD401}" type="presParOf" srcId="{A049ED82-7D17-4E4B-801C-7ED2DA9C02C1}" destId="{7BC15EF3-0DDB-9343-A8E7-056233817092}" srcOrd="0" destOrd="0" presId="urn:microsoft.com/office/officeart/2005/8/layout/hierarchy1"/>
    <dgm:cxn modelId="{BDA2B114-1553-BB4C-B616-A2DE349385FD}" type="presParOf" srcId="{A049ED82-7D17-4E4B-801C-7ED2DA9C02C1}" destId="{83794B4D-0647-C949-BFC8-EF70C9EBF151}" srcOrd="1" destOrd="0" presId="urn:microsoft.com/office/officeart/2005/8/layout/hierarchy1"/>
    <dgm:cxn modelId="{79837B0C-CD6B-3247-9291-E9AA14BC515C}" type="presParOf" srcId="{B9830C9A-D20E-564A-A78F-221D5A7BDEDF}" destId="{76898DF3-9D6D-1B4C-A727-8F00CFE2E6C5}" srcOrd="1" destOrd="0" presId="urn:microsoft.com/office/officeart/2005/8/layout/hierarchy1"/>
    <dgm:cxn modelId="{0EB21183-D218-964E-9C8E-795B295DF1B8}" type="presParOf" srcId="{158DD9B6-60BC-2441-9B3A-ABE4E09BA18B}" destId="{F231F884-6F5B-C848-BBFF-43A5940A956B}" srcOrd="4" destOrd="0" presId="urn:microsoft.com/office/officeart/2005/8/layout/hierarchy1"/>
    <dgm:cxn modelId="{0A92E1FC-52D4-B449-96FB-B2850BE6CFA4}" type="presParOf" srcId="{158DD9B6-60BC-2441-9B3A-ABE4E09BA18B}" destId="{FC86AE72-0A82-8C4B-A673-7708904C4EEF}" srcOrd="5" destOrd="0" presId="urn:microsoft.com/office/officeart/2005/8/layout/hierarchy1"/>
    <dgm:cxn modelId="{A90F8595-3A43-584E-81DF-BE934E667A46}" type="presParOf" srcId="{FC86AE72-0A82-8C4B-A673-7708904C4EEF}" destId="{BC1B8EAF-2F18-E24D-BD86-0D90C97FA9EF}" srcOrd="0" destOrd="0" presId="urn:microsoft.com/office/officeart/2005/8/layout/hierarchy1"/>
    <dgm:cxn modelId="{E7553503-C3E3-AB47-BC7E-6D8AF8C2126F}" type="presParOf" srcId="{BC1B8EAF-2F18-E24D-BD86-0D90C97FA9EF}" destId="{5F730CFB-B1DC-214D-A699-48CA2DB8DCBA}" srcOrd="0" destOrd="0" presId="urn:microsoft.com/office/officeart/2005/8/layout/hierarchy1"/>
    <dgm:cxn modelId="{2814D4D1-4DB9-8146-93F7-F357BD529E95}" type="presParOf" srcId="{BC1B8EAF-2F18-E24D-BD86-0D90C97FA9EF}" destId="{704FCE75-65B4-4940-8049-21723A96BD6C}" srcOrd="1" destOrd="0" presId="urn:microsoft.com/office/officeart/2005/8/layout/hierarchy1"/>
    <dgm:cxn modelId="{AA103191-1D4A-C74F-B29D-59002816D686}" type="presParOf" srcId="{FC86AE72-0A82-8C4B-A673-7708904C4EEF}" destId="{95DCBAF7-C96D-DD4C-8429-68EFDDF57072}" srcOrd="1" destOrd="0" presId="urn:microsoft.com/office/officeart/2005/8/layout/hierarchy1"/>
    <dgm:cxn modelId="{5D4E397E-80BF-FE45-922C-31BB3A0084A1}" type="presParOf" srcId="{95DCBAF7-C96D-DD4C-8429-68EFDDF57072}" destId="{CB170625-B302-E140-98D5-E17132BB5541}" srcOrd="0" destOrd="0" presId="urn:microsoft.com/office/officeart/2005/8/layout/hierarchy1"/>
    <dgm:cxn modelId="{673692AC-64AA-5C45-BBB3-2F176D208F9D}" type="presParOf" srcId="{95DCBAF7-C96D-DD4C-8429-68EFDDF57072}" destId="{E2BBE2FF-B979-4D4B-9A15-C7828622EFAA}" srcOrd="1" destOrd="0" presId="urn:microsoft.com/office/officeart/2005/8/layout/hierarchy1"/>
    <dgm:cxn modelId="{94D9CA66-308C-0743-BFAA-B30445F6C43C}" type="presParOf" srcId="{E2BBE2FF-B979-4D4B-9A15-C7828622EFAA}" destId="{2B818E21-30EF-4244-B79C-F797BB845B67}" srcOrd="0" destOrd="0" presId="urn:microsoft.com/office/officeart/2005/8/layout/hierarchy1"/>
    <dgm:cxn modelId="{D02F7C5C-6528-DE42-863F-B81A0147DEAA}" type="presParOf" srcId="{2B818E21-30EF-4244-B79C-F797BB845B67}" destId="{2DCC3036-0B92-6C48-918D-7A4A72D3008D}" srcOrd="0" destOrd="0" presId="urn:microsoft.com/office/officeart/2005/8/layout/hierarchy1"/>
    <dgm:cxn modelId="{ABA7A7D1-A70A-2546-BABF-106A92AECE31}" type="presParOf" srcId="{2B818E21-30EF-4244-B79C-F797BB845B67}" destId="{199134CF-3476-EF4E-BA54-83810A8EDF1A}" srcOrd="1" destOrd="0" presId="urn:microsoft.com/office/officeart/2005/8/layout/hierarchy1"/>
    <dgm:cxn modelId="{C45D2151-2CFA-1F4C-A986-1A51F311DB47}" type="presParOf" srcId="{E2BBE2FF-B979-4D4B-9A15-C7828622EFAA}" destId="{313DDD89-4E21-8248-B4D4-275E06983B01}" srcOrd="1" destOrd="0" presId="urn:microsoft.com/office/officeart/2005/8/layout/hierarchy1"/>
    <dgm:cxn modelId="{2D31988C-4EC6-7F46-9D0B-4E96B9D069FB}" type="presParOf" srcId="{158DD9B6-60BC-2441-9B3A-ABE4E09BA18B}" destId="{773E929D-AFE4-8B45-A0D1-0E6894D6C807}" srcOrd="6" destOrd="0" presId="urn:microsoft.com/office/officeart/2005/8/layout/hierarchy1"/>
    <dgm:cxn modelId="{E1BE2F33-B25F-384B-B51A-585C6C5D0509}" type="presParOf" srcId="{158DD9B6-60BC-2441-9B3A-ABE4E09BA18B}" destId="{45E85224-B6B6-1340-A27A-FD7BC23F97A6}" srcOrd="7" destOrd="0" presId="urn:microsoft.com/office/officeart/2005/8/layout/hierarchy1"/>
    <dgm:cxn modelId="{0F149126-3F92-964E-A4D6-58491661E84A}" type="presParOf" srcId="{45E85224-B6B6-1340-A27A-FD7BC23F97A6}" destId="{123552EF-AD3C-C24F-868E-356B6CF3F7CF}" srcOrd="0" destOrd="0" presId="urn:microsoft.com/office/officeart/2005/8/layout/hierarchy1"/>
    <dgm:cxn modelId="{005EA983-D4C9-E644-8D5A-540A4B6DFAAE}" type="presParOf" srcId="{123552EF-AD3C-C24F-868E-356B6CF3F7CF}" destId="{E25B53CB-CF47-6D48-8760-6D5D8C409868}" srcOrd="0" destOrd="0" presId="urn:microsoft.com/office/officeart/2005/8/layout/hierarchy1"/>
    <dgm:cxn modelId="{35304FF0-47B2-4846-B0C9-2269120399BB}" type="presParOf" srcId="{123552EF-AD3C-C24F-868E-356B6CF3F7CF}" destId="{EB5EDA5E-C36B-0D4C-A1AC-CFD58A43DD61}" srcOrd="1" destOrd="0" presId="urn:microsoft.com/office/officeart/2005/8/layout/hierarchy1"/>
    <dgm:cxn modelId="{98A838FF-9473-C549-BEBF-2BAF1B32D498}" type="presParOf" srcId="{45E85224-B6B6-1340-A27A-FD7BC23F97A6}" destId="{D1A7D087-E9C3-9746-8FE6-7E4D4567C94A}" srcOrd="1" destOrd="0" presId="urn:microsoft.com/office/officeart/2005/8/layout/hierarchy1"/>
    <dgm:cxn modelId="{3E3566DE-17CD-5442-8AB9-DE3476E30878}" type="presParOf" srcId="{D1A7D087-E9C3-9746-8FE6-7E4D4567C94A}" destId="{FF3C020C-B8AD-294E-B19A-558A93F87E04}" srcOrd="0" destOrd="0" presId="urn:microsoft.com/office/officeart/2005/8/layout/hierarchy1"/>
    <dgm:cxn modelId="{4A7B8A17-AA6A-B44B-95BE-34720AA92E82}" type="presParOf" srcId="{D1A7D087-E9C3-9746-8FE6-7E4D4567C94A}" destId="{C4EDDCE0-30BF-7C43-B5D5-93B5E4673083}" srcOrd="1" destOrd="0" presId="urn:microsoft.com/office/officeart/2005/8/layout/hierarchy1"/>
    <dgm:cxn modelId="{FFC3ECEF-E325-B741-95BB-443CC36C25EE}" type="presParOf" srcId="{C4EDDCE0-30BF-7C43-B5D5-93B5E4673083}" destId="{9085F740-C290-AB4C-BFB4-AC054C1CE9A3}" srcOrd="0" destOrd="0" presId="urn:microsoft.com/office/officeart/2005/8/layout/hierarchy1"/>
    <dgm:cxn modelId="{82AFF0F3-975F-1343-8610-9DA533DA7553}" type="presParOf" srcId="{9085F740-C290-AB4C-BFB4-AC054C1CE9A3}" destId="{F661BCB1-6019-854E-AB11-069C96B73448}" srcOrd="0" destOrd="0" presId="urn:microsoft.com/office/officeart/2005/8/layout/hierarchy1"/>
    <dgm:cxn modelId="{A4F1D535-D679-D94D-9258-A05A1FE989A5}" type="presParOf" srcId="{9085F740-C290-AB4C-BFB4-AC054C1CE9A3}" destId="{C4D0961C-9DF5-F94A-882D-21B44E665106}" srcOrd="1" destOrd="0" presId="urn:microsoft.com/office/officeart/2005/8/layout/hierarchy1"/>
    <dgm:cxn modelId="{4D3D8E51-91D1-AF49-BAB0-27428D6C0420}" type="presParOf" srcId="{C4EDDCE0-30BF-7C43-B5D5-93B5E4673083}" destId="{34CB6D03-42F9-4E4D-9BE8-C5E96F55FD3C}" srcOrd="1" destOrd="0" presId="urn:microsoft.com/office/officeart/2005/8/layout/hierarchy1"/>
    <dgm:cxn modelId="{78E17283-83B0-8B4C-838C-1CE3FA45861D}" type="presParOf" srcId="{5C49ECAC-5568-E44A-857C-15EC9EF0E8A5}" destId="{7E10B0DA-187E-374C-A6AE-91CED635F384}" srcOrd="6" destOrd="0" presId="urn:microsoft.com/office/officeart/2005/8/layout/hierarchy1"/>
    <dgm:cxn modelId="{86BD4633-45F7-DD4C-B276-2849D2FBEE1E}" type="presParOf" srcId="{5C49ECAC-5568-E44A-857C-15EC9EF0E8A5}" destId="{475CDCC4-99E6-AE40-993A-80ACB08444B9}" srcOrd="7" destOrd="0" presId="urn:microsoft.com/office/officeart/2005/8/layout/hierarchy1"/>
    <dgm:cxn modelId="{B189B17E-7385-8142-BAB9-250CE8874001}" type="presParOf" srcId="{475CDCC4-99E6-AE40-993A-80ACB08444B9}" destId="{80632959-F26E-0F42-B83D-0CD745A56344}" srcOrd="0" destOrd="0" presId="urn:microsoft.com/office/officeart/2005/8/layout/hierarchy1"/>
    <dgm:cxn modelId="{79C4E164-59DF-2D45-B3E2-627DF47FD434}" type="presParOf" srcId="{80632959-F26E-0F42-B83D-0CD745A56344}" destId="{C6889B4A-A1C3-AE4F-B359-EDC34D071562}" srcOrd="0" destOrd="0" presId="urn:microsoft.com/office/officeart/2005/8/layout/hierarchy1"/>
    <dgm:cxn modelId="{EBCB2F60-338E-3340-94B6-20CF3453E5B1}" type="presParOf" srcId="{80632959-F26E-0F42-B83D-0CD745A56344}" destId="{C7BFB9AC-490D-684C-AD05-725FCA559179}" srcOrd="1" destOrd="0" presId="urn:microsoft.com/office/officeart/2005/8/layout/hierarchy1"/>
    <dgm:cxn modelId="{9AA6503B-482A-624F-8E5C-E431A8F6A8C1}" type="presParOf" srcId="{475CDCC4-99E6-AE40-993A-80ACB08444B9}" destId="{2F49A084-5E89-8544-B0F0-F8BF8ECA93ED}" srcOrd="1" destOrd="0" presId="urn:microsoft.com/office/officeart/2005/8/layout/hierarchy1"/>
    <dgm:cxn modelId="{D6F4C3F4-6904-4549-B909-B9FAF63B5D7B}" type="presParOf" srcId="{2F49A084-5E89-8544-B0F0-F8BF8ECA93ED}" destId="{2E414492-F43C-AA49-B51E-0ED6D0144652}" srcOrd="0" destOrd="0" presId="urn:microsoft.com/office/officeart/2005/8/layout/hierarchy1"/>
    <dgm:cxn modelId="{5488EFC0-5B21-E24F-8477-73DF980CA4D5}" type="presParOf" srcId="{2F49A084-5E89-8544-B0F0-F8BF8ECA93ED}" destId="{5525D7C2-81E4-FF4B-8B4D-0E636E9F643E}" srcOrd="1" destOrd="0" presId="urn:microsoft.com/office/officeart/2005/8/layout/hierarchy1"/>
    <dgm:cxn modelId="{BDDB6797-036C-044F-84FC-BC55AE1FE733}" type="presParOf" srcId="{5525D7C2-81E4-FF4B-8B4D-0E636E9F643E}" destId="{4F3A0766-3C68-594C-B679-35737288BD93}" srcOrd="0" destOrd="0" presId="urn:microsoft.com/office/officeart/2005/8/layout/hierarchy1"/>
    <dgm:cxn modelId="{54412D98-7F4F-E842-87B3-FD966A6D07B8}" type="presParOf" srcId="{4F3A0766-3C68-594C-B679-35737288BD93}" destId="{1A666A08-3657-A346-BA52-88A9FB0BBAAD}" srcOrd="0" destOrd="0" presId="urn:microsoft.com/office/officeart/2005/8/layout/hierarchy1"/>
    <dgm:cxn modelId="{5B5CD00A-670C-874F-83CD-1A35E752A85B}" type="presParOf" srcId="{4F3A0766-3C68-594C-B679-35737288BD93}" destId="{9667A29C-175F-3046-887F-2D268E592584}" srcOrd="1" destOrd="0" presId="urn:microsoft.com/office/officeart/2005/8/layout/hierarchy1"/>
    <dgm:cxn modelId="{CA9764C7-3022-D94D-A9C6-420C2DD560ED}" type="presParOf" srcId="{5525D7C2-81E4-FF4B-8B4D-0E636E9F643E}" destId="{45A4F0D0-5A7C-A742-8F1A-1BE1A94228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DD8629-848B-4944-9471-C18C04288B4E}">
      <dsp:nvSpPr>
        <dsp:cNvPr id="0" name=""/>
        <dsp:cNvSpPr/>
      </dsp:nvSpPr>
      <dsp:spPr>
        <a:xfrm>
          <a:off x="2399" y="761246"/>
          <a:ext cx="1169322" cy="7425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F37A63-B7FC-564F-BE04-1E9B0C28B429}">
      <dsp:nvSpPr>
        <dsp:cNvPr id="0" name=""/>
        <dsp:cNvSpPr/>
      </dsp:nvSpPr>
      <dsp:spPr>
        <a:xfrm>
          <a:off x="132324" y="884674"/>
          <a:ext cx="1169322" cy="742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Project Goal</a:t>
          </a:r>
        </a:p>
      </dsp:txBody>
      <dsp:txXfrm>
        <a:off x="154072" y="906422"/>
        <a:ext cx="1125826" cy="699023"/>
      </dsp:txXfrm>
    </dsp:sp>
    <dsp:sp modelId="{31A1B010-BC44-A542-B40A-845955C0FA85}">
      <dsp:nvSpPr>
        <dsp:cNvPr id="0" name=""/>
        <dsp:cNvSpPr/>
      </dsp:nvSpPr>
      <dsp:spPr>
        <a:xfrm>
          <a:off x="1431571" y="761246"/>
          <a:ext cx="1169322" cy="742519"/>
        </a:xfrm>
        <a:prstGeom prst="roundRect">
          <a:avLst>
            <a:gd name="adj" fmla="val 10000"/>
          </a:avLst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300F94-8E67-C949-AF70-3D75417A189C}">
      <dsp:nvSpPr>
        <dsp:cNvPr id="0" name=""/>
        <dsp:cNvSpPr/>
      </dsp:nvSpPr>
      <dsp:spPr>
        <a:xfrm>
          <a:off x="1561495" y="884674"/>
          <a:ext cx="1169322" cy="742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Phases</a:t>
          </a:r>
        </a:p>
      </dsp:txBody>
      <dsp:txXfrm>
        <a:off x="1583243" y="906422"/>
        <a:ext cx="1125826" cy="699023"/>
      </dsp:txXfrm>
    </dsp:sp>
    <dsp:sp modelId="{45C8B40E-7096-4046-AA1B-D9B0F99315CF}">
      <dsp:nvSpPr>
        <dsp:cNvPr id="0" name=""/>
        <dsp:cNvSpPr/>
      </dsp:nvSpPr>
      <dsp:spPr>
        <a:xfrm>
          <a:off x="2860742" y="761246"/>
          <a:ext cx="1169322" cy="742519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82A21B-5768-2245-AE92-89794AEE8916}">
      <dsp:nvSpPr>
        <dsp:cNvPr id="0" name=""/>
        <dsp:cNvSpPr/>
      </dsp:nvSpPr>
      <dsp:spPr>
        <a:xfrm>
          <a:off x="2990667" y="884674"/>
          <a:ext cx="1169322" cy="742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Stages</a:t>
          </a:r>
        </a:p>
      </dsp:txBody>
      <dsp:txXfrm>
        <a:off x="3012415" y="906422"/>
        <a:ext cx="1125826" cy="699023"/>
      </dsp:txXfrm>
    </dsp:sp>
    <dsp:sp modelId="{B36D39D6-D6C4-4840-9C14-711CFCB9FB46}">
      <dsp:nvSpPr>
        <dsp:cNvPr id="0" name=""/>
        <dsp:cNvSpPr/>
      </dsp:nvSpPr>
      <dsp:spPr>
        <a:xfrm>
          <a:off x="4289914" y="761246"/>
          <a:ext cx="1169322" cy="742519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427C1-C1EC-DB4A-9FE1-BA245B41E175}">
      <dsp:nvSpPr>
        <dsp:cNvPr id="0" name=""/>
        <dsp:cNvSpPr/>
      </dsp:nvSpPr>
      <dsp:spPr>
        <a:xfrm>
          <a:off x="4419838" y="884674"/>
          <a:ext cx="1169322" cy="742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Activities/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Deliverables</a:t>
          </a:r>
        </a:p>
      </dsp:txBody>
      <dsp:txXfrm>
        <a:off x="4441586" y="906422"/>
        <a:ext cx="1125826" cy="699023"/>
      </dsp:txXfrm>
    </dsp:sp>
    <dsp:sp modelId="{EEB7F8B6-B314-2044-A89E-7BD7C1199DDD}">
      <dsp:nvSpPr>
        <dsp:cNvPr id="0" name=""/>
        <dsp:cNvSpPr/>
      </dsp:nvSpPr>
      <dsp:spPr>
        <a:xfrm>
          <a:off x="5719085" y="761246"/>
          <a:ext cx="1169322" cy="742519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C05BA-02E1-0C42-BA91-C55DF820E0AF}">
      <dsp:nvSpPr>
        <dsp:cNvPr id="0" name=""/>
        <dsp:cNvSpPr/>
      </dsp:nvSpPr>
      <dsp:spPr>
        <a:xfrm>
          <a:off x="5849010" y="884674"/>
          <a:ext cx="1169322" cy="742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Tasks</a:t>
          </a:r>
        </a:p>
      </dsp:txBody>
      <dsp:txXfrm>
        <a:off x="5870758" y="906422"/>
        <a:ext cx="1125826" cy="6990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14492-F43C-AA49-B51E-0ED6D0144652}">
      <dsp:nvSpPr>
        <dsp:cNvPr id="0" name=""/>
        <dsp:cNvSpPr/>
      </dsp:nvSpPr>
      <dsp:spPr>
        <a:xfrm>
          <a:off x="11044610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B0DA-187E-374C-A6AE-91CED635F384}">
      <dsp:nvSpPr>
        <dsp:cNvPr id="0" name=""/>
        <dsp:cNvSpPr/>
      </dsp:nvSpPr>
      <dsp:spPr>
        <a:xfrm>
          <a:off x="5917887" y="1690784"/>
          <a:ext cx="51724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172442" y="154421"/>
              </a:lnTo>
              <a:lnTo>
                <a:pt x="5172442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C020C-B8AD-294E-B19A-558A93F87E04}">
      <dsp:nvSpPr>
        <dsp:cNvPr id="0" name=""/>
        <dsp:cNvSpPr/>
      </dsp:nvSpPr>
      <dsp:spPr>
        <a:xfrm>
          <a:off x="997901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E929D-AFE4-8B45-A0D1-0E6894D6C807}">
      <dsp:nvSpPr>
        <dsp:cNvPr id="0" name=""/>
        <dsp:cNvSpPr/>
      </dsp:nvSpPr>
      <dsp:spPr>
        <a:xfrm>
          <a:off x="7589761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2434973" y="154421"/>
              </a:lnTo>
              <a:lnTo>
                <a:pt x="243497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170625-B302-E140-98D5-E17132BB5541}">
      <dsp:nvSpPr>
        <dsp:cNvPr id="0" name=""/>
        <dsp:cNvSpPr/>
      </dsp:nvSpPr>
      <dsp:spPr>
        <a:xfrm>
          <a:off x="8918210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1F884-6F5B-C848-BBFF-43A5940A956B}">
      <dsp:nvSpPr>
        <dsp:cNvPr id="0" name=""/>
        <dsp:cNvSpPr/>
      </dsp:nvSpPr>
      <dsp:spPr>
        <a:xfrm>
          <a:off x="7589761" y="2412140"/>
          <a:ext cx="13741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374168" y="154421"/>
              </a:lnTo>
              <a:lnTo>
                <a:pt x="1374168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CA62D-46DF-DA41-A721-B30D64F12F51}">
      <dsp:nvSpPr>
        <dsp:cNvPr id="0" name=""/>
        <dsp:cNvSpPr/>
      </dsp:nvSpPr>
      <dsp:spPr>
        <a:xfrm>
          <a:off x="8011644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428428" y="154421"/>
              </a:lnTo>
              <a:lnTo>
                <a:pt x="1428428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93BDAA-9A8E-FC45-932B-DEA151ED6822}">
      <dsp:nvSpPr>
        <dsp:cNvPr id="0" name=""/>
        <dsp:cNvSpPr/>
      </dsp:nvSpPr>
      <dsp:spPr>
        <a:xfrm>
          <a:off x="8011644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09E12-FE7E-0B40-8ED9-46993E014F7D}">
      <dsp:nvSpPr>
        <dsp:cNvPr id="0" name=""/>
        <dsp:cNvSpPr/>
      </dsp:nvSpPr>
      <dsp:spPr>
        <a:xfrm>
          <a:off x="7535501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060B7-D3D4-F94E-B389-33AFD88D6377}">
      <dsp:nvSpPr>
        <dsp:cNvPr id="0" name=""/>
        <dsp:cNvSpPr/>
      </dsp:nvSpPr>
      <dsp:spPr>
        <a:xfrm>
          <a:off x="6583216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1428428" y="0"/>
              </a:moveTo>
              <a:lnTo>
                <a:pt x="1428428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8A212-47CD-4D46-8FAB-27B848FD240A}">
      <dsp:nvSpPr>
        <dsp:cNvPr id="0" name=""/>
        <dsp:cNvSpPr/>
      </dsp:nvSpPr>
      <dsp:spPr>
        <a:xfrm>
          <a:off x="796592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CB994-25D6-3343-8FF2-3F44D7B39F3E}">
      <dsp:nvSpPr>
        <dsp:cNvPr id="0" name=""/>
        <dsp:cNvSpPr/>
      </dsp:nvSpPr>
      <dsp:spPr>
        <a:xfrm>
          <a:off x="7589761" y="2412140"/>
          <a:ext cx="42188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21883" y="154421"/>
              </a:lnTo>
              <a:lnTo>
                <a:pt x="42188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5A9C9D-5743-894D-9DC3-3B769CCB28E8}">
      <dsp:nvSpPr>
        <dsp:cNvPr id="0" name=""/>
        <dsp:cNvSpPr/>
      </dsp:nvSpPr>
      <dsp:spPr>
        <a:xfrm>
          <a:off x="5154788" y="3133496"/>
          <a:ext cx="5673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67368" y="154421"/>
              </a:lnTo>
              <a:lnTo>
                <a:pt x="567368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4D623A-B6C1-EF4D-B38B-A09708FA56E0}">
      <dsp:nvSpPr>
        <dsp:cNvPr id="0" name=""/>
        <dsp:cNvSpPr/>
      </dsp:nvSpPr>
      <dsp:spPr>
        <a:xfrm>
          <a:off x="4678645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0E9863-A52D-9549-A655-6F56C7EA8276}">
      <dsp:nvSpPr>
        <dsp:cNvPr id="0" name=""/>
        <dsp:cNvSpPr/>
      </dsp:nvSpPr>
      <dsp:spPr>
        <a:xfrm>
          <a:off x="4632925" y="3854853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FE831-3934-AA4C-81D9-A1165D6BA533}">
      <dsp:nvSpPr>
        <dsp:cNvPr id="0" name=""/>
        <dsp:cNvSpPr/>
      </dsp:nvSpPr>
      <dsp:spPr>
        <a:xfrm>
          <a:off x="3726360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EDAEE-AFB2-1145-9746-5AE19E9F92D3}">
      <dsp:nvSpPr>
        <dsp:cNvPr id="0" name=""/>
        <dsp:cNvSpPr/>
      </dsp:nvSpPr>
      <dsp:spPr>
        <a:xfrm>
          <a:off x="4678645" y="3133496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AF905-DDF4-E241-A58B-D9F5E626544B}">
      <dsp:nvSpPr>
        <dsp:cNvPr id="0" name=""/>
        <dsp:cNvSpPr/>
      </dsp:nvSpPr>
      <dsp:spPr>
        <a:xfrm>
          <a:off x="5154788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2434973" y="0"/>
              </a:moveTo>
              <a:lnTo>
                <a:pt x="243497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5917887" y="1690784"/>
          <a:ext cx="16718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671873" y="154421"/>
              </a:lnTo>
              <a:lnTo>
                <a:pt x="1671873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D4462-F0C6-4B43-9B77-3211BA022417}">
      <dsp:nvSpPr>
        <dsp:cNvPr id="0" name=""/>
        <dsp:cNvSpPr/>
      </dsp:nvSpPr>
      <dsp:spPr>
        <a:xfrm>
          <a:off x="3250217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D04D-B60D-7348-8B58-A47928E619EC}">
      <dsp:nvSpPr>
        <dsp:cNvPr id="0" name=""/>
        <dsp:cNvSpPr/>
      </dsp:nvSpPr>
      <dsp:spPr>
        <a:xfrm>
          <a:off x="3204497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2297932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3250217" y="1690784"/>
          <a:ext cx="2667670" cy="226600"/>
        </a:xfrm>
        <a:custGeom>
          <a:avLst/>
          <a:gdLst/>
          <a:ahLst/>
          <a:cxnLst/>
          <a:rect l="0" t="0" r="0" b="0"/>
          <a:pathLst>
            <a:path>
              <a:moveTo>
                <a:pt x="2667670" y="0"/>
              </a:moveTo>
              <a:lnTo>
                <a:pt x="2667670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869503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393361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869503" y="1690784"/>
          <a:ext cx="5048383" cy="226600"/>
        </a:xfrm>
        <a:custGeom>
          <a:avLst/>
          <a:gdLst/>
          <a:ahLst/>
          <a:cxnLst/>
          <a:rect l="0" t="0" r="0" b="0"/>
          <a:pathLst>
            <a:path>
              <a:moveTo>
                <a:pt x="5048383" y="0"/>
              </a:moveTo>
              <a:lnTo>
                <a:pt x="504838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117441" y="421968"/>
          <a:ext cx="3600893" cy="12688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4204012" y="504211"/>
          <a:ext cx="3600893" cy="12688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Create an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‘APPLICATION’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as per Industry Ways of Working</a:t>
          </a:r>
        </a:p>
      </dsp:txBody>
      <dsp:txXfrm>
        <a:off x="4241174" y="541373"/>
        <a:ext cx="3526569" cy="1194491"/>
      </dsp:txXfrm>
    </dsp:sp>
    <dsp:sp modelId="{98C76165-9034-1643-9104-9B92F7A95E7E}">
      <dsp:nvSpPr>
        <dsp:cNvPr id="0" name=""/>
        <dsp:cNvSpPr/>
      </dsp:nvSpPr>
      <dsp:spPr>
        <a:xfrm>
          <a:off x="355873" y="1917385"/>
          <a:ext cx="1027260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442444" y="1999627"/>
          <a:ext cx="102726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INITIATION</a:t>
          </a:r>
        </a:p>
      </dsp:txBody>
      <dsp:txXfrm>
        <a:off x="456935" y="2014118"/>
        <a:ext cx="998278" cy="465773"/>
      </dsp:txXfrm>
    </dsp:sp>
    <dsp:sp modelId="{44BEB450-4BCD-F54F-A322-73AA595A8A41}">
      <dsp:nvSpPr>
        <dsp:cNvPr id="0" name=""/>
        <dsp:cNvSpPr/>
      </dsp:nvSpPr>
      <dsp:spPr>
        <a:xfrm>
          <a:off x="3789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90361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Charter</a:t>
          </a:r>
        </a:p>
      </dsp:txBody>
      <dsp:txXfrm>
        <a:off x="104852" y="2735475"/>
        <a:ext cx="750160" cy="465773"/>
      </dsp:txXfrm>
    </dsp:sp>
    <dsp:sp modelId="{FEEC3C17-77DE-4445-9F57-EC26BC3F2F4C}">
      <dsp:nvSpPr>
        <dsp:cNvPr id="0" name=""/>
        <dsp:cNvSpPr/>
      </dsp:nvSpPr>
      <dsp:spPr>
        <a:xfrm>
          <a:off x="956075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1042646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SRS Document</a:t>
          </a:r>
        </a:p>
      </dsp:txBody>
      <dsp:txXfrm>
        <a:off x="1057137" y="2735475"/>
        <a:ext cx="750160" cy="465773"/>
      </dsp:txXfrm>
    </dsp:sp>
    <dsp:sp modelId="{10ED8AD8-C95D-7F46-8284-6BFFCB8023D0}">
      <dsp:nvSpPr>
        <dsp:cNvPr id="0" name=""/>
        <dsp:cNvSpPr/>
      </dsp:nvSpPr>
      <dsp:spPr>
        <a:xfrm>
          <a:off x="2860646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2947217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</a:t>
          </a:r>
        </a:p>
      </dsp:txBody>
      <dsp:txXfrm>
        <a:off x="2961708" y="2014118"/>
        <a:ext cx="750160" cy="465773"/>
      </dsp:txXfrm>
    </dsp:sp>
    <dsp:sp modelId="{6E16703E-D480-984D-B802-173E140186A1}">
      <dsp:nvSpPr>
        <dsp:cNvPr id="0" name=""/>
        <dsp:cNvSpPr/>
      </dsp:nvSpPr>
      <dsp:spPr>
        <a:xfrm>
          <a:off x="1908360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1994932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WBS</a:t>
          </a:r>
        </a:p>
      </dsp:txBody>
      <dsp:txXfrm>
        <a:off x="2009423" y="2735475"/>
        <a:ext cx="750160" cy="465773"/>
      </dsp:txXfrm>
    </dsp:sp>
    <dsp:sp modelId="{9BB62355-7E98-FF48-B43F-443943F5FC67}">
      <dsp:nvSpPr>
        <dsp:cNvPr id="0" name=""/>
        <dsp:cNvSpPr/>
      </dsp:nvSpPr>
      <dsp:spPr>
        <a:xfrm>
          <a:off x="2860646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49894-16C1-9849-9F1D-7F8F3F75A8FC}">
      <dsp:nvSpPr>
        <dsp:cNvPr id="0" name=""/>
        <dsp:cNvSpPr/>
      </dsp:nvSpPr>
      <dsp:spPr>
        <a:xfrm>
          <a:off x="2947217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Schedule</a:t>
          </a:r>
        </a:p>
      </dsp:txBody>
      <dsp:txXfrm>
        <a:off x="2961708" y="2735475"/>
        <a:ext cx="750160" cy="465773"/>
      </dsp:txXfrm>
    </dsp:sp>
    <dsp:sp modelId="{06B3B77D-83B7-4F4F-A505-FD6E2141620B}">
      <dsp:nvSpPr>
        <dsp:cNvPr id="0" name=""/>
        <dsp:cNvSpPr/>
      </dsp:nvSpPr>
      <dsp:spPr>
        <a:xfrm>
          <a:off x="3812931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96B3-4D7B-5841-A0E5-AF7D060742AB}">
      <dsp:nvSpPr>
        <dsp:cNvPr id="0" name=""/>
        <dsp:cNvSpPr/>
      </dsp:nvSpPr>
      <dsp:spPr>
        <a:xfrm>
          <a:off x="3899503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RAID Logs</a:t>
          </a:r>
        </a:p>
      </dsp:txBody>
      <dsp:txXfrm>
        <a:off x="3913994" y="2735475"/>
        <a:ext cx="750160" cy="465773"/>
      </dsp:txXfrm>
    </dsp:sp>
    <dsp:sp modelId="{B1AEAF6C-B8B1-1748-805C-DEA9F80466AD}">
      <dsp:nvSpPr>
        <dsp:cNvPr id="0" name=""/>
        <dsp:cNvSpPr/>
      </dsp:nvSpPr>
      <dsp:spPr>
        <a:xfrm>
          <a:off x="6938643" y="1917385"/>
          <a:ext cx="1302235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025215" y="1999627"/>
          <a:ext cx="1302235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EXECUTION &amp; MONITORING</a:t>
          </a:r>
        </a:p>
      </dsp:txBody>
      <dsp:txXfrm>
        <a:off x="7039706" y="2014118"/>
        <a:ext cx="1273253" cy="465773"/>
      </dsp:txXfrm>
    </dsp:sp>
    <dsp:sp modelId="{D69C27FE-178C-0B44-8F16-561617AC1399}">
      <dsp:nvSpPr>
        <dsp:cNvPr id="0" name=""/>
        <dsp:cNvSpPr/>
      </dsp:nvSpPr>
      <dsp:spPr>
        <a:xfrm>
          <a:off x="4765217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8DAD2-E310-8F43-A407-6333AC65E4ED}">
      <dsp:nvSpPr>
        <dsp:cNvPr id="0" name=""/>
        <dsp:cNvSpPr/>
      </dsp:nvSpPr>
      <dsp:spPr>
        <a:xfrm>
          <a:off x="4851788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4866279" y="2735475"/>
        <a:ext cx="750160" cy="465773"/>
      </dsp:txXfrm>
    </dsp:sp>
    <dsp:sp modelId="{27CAD266-EAE3-2A42-904D-42C85764CE0C}">
      <dsp:nvSpPr>
        <dsp:cNvPr id="0" name=""/>
        <dsp:cNvSpPr/>
      </dsp:nvSpPr>
      <dsp:spPr>
        <a:xfrm>
          <a:off x="4197848" y="3360097"/>
          <a:ext cx="961594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FB191-7A5B-F648-9ADA-E2E297B6B27E}">
      <dsp:nvSpPr>
        <dsp:cNvPr id="0" name=""/>
        <dsp:cNvSpPr/>
      </dsp:nvSpPr>
      <dsp:spPr>
        <a:xfrm>
          <a:off x="4284419" y="3442340"/>
          <a:ext cx="961594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 Specification</a:t>
          </a:r>
        </a:p>
      </dsp:txBody>
      <dsp:txXfrm>
        <a:off x="4298910" y="3456831"/>
        <a:ext cx="932612" cy="465773"/>
      </dsp:txXfrm>
    </dsp:sp>
    <dsp:sp modelId="{B98F8870-53AF-2E47-8DC4-D3880E39DAC2}">
      <dsp:nvSpPr>
        <dsp:cNvPr id="0" name=""/>
        <dsp:cNvSpPr/>
      </dsp:nvSpPr>
      <dsp:spPr>
        <a:xfrm>
          <a:off x="3336788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0CFF6-A683-1446-81BA-585206CB3A42}">
      <dsp:nvSpPr>
        <dsp:cNvPr id="0" name=""/>
        <dsp:cNvSpPr/>
      </dsp:nvSpPr>
      <dsp:spPr>
        <a:xfrm>
          <a:off x="3423360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Research</a:t>
          </a:r>
        </a:p>
      </dsp:txBody>
      <dsp:txXfrm>
        <a:off x="3437851" y="4178187"/>
        <a:ext cx="750160" cy="465773"/>
      </dsp:txXfrm>
    </dsp:sp>
    <dsp:sp modelId="{C320C1A5-5933-7346-8BDE-9AEE18EED0D5}">
      <dsp:nvSpPr>
        <dsp:cNvPr id="0" name=""/>
        <dsp:cNvSpPr/>
      </dsp:nvSpPr>
      <dsp:spPr>
        <a:xfrm>
          <a:off x="4289074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9B66-BEF4-EA49-A760-429C1E32A4A8}">
      <dsp:nvSpPr>
        <dsp:cNvPr id="0" name=""/>
        <dsp:cNvSpPr/>
      </dsp:nvSpPr>
      <dsp:spPr>
        <a:xfrm>
          <a:off x="4375645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Analyse</a:t>
          </a:r>
        </a:p>
      </dsp:txBody>
      <dsp:txXfrm>
        <a:off x="4390136" y="4178187"/>
        <a:ext cx="750160" cy="465773"/>
      </dsp:txXfrm>
    </dsp:sp>
    <dsp:sp modelId="{E8292A70-5998-2848-8036-0475A0D76C22}">
      <dsp:nvSpPr>
        <dsp:cNvPr id="0" name=""/>
        <dsp:cNvSpPr/>
      </dsp:nvSpPr>
      <dsp:spPr>
        <a:xfrm>
          <a:off x="5241359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2E27C-78CE-5D43-AABB-62242276235A}">
      <dsp:nvSpPr>
        <dsp:cNvPr id="0" name=""/>
        <dsp:cNvSpPr/>
      </dsp:nvSpPr>
      <dsp:spPr>
        <a:xfrm>
          <a:off x="5327931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5342422" y="4178187"/>
        <a:ext cx="750160" cy="465773"/>
      </dsp:txXfrm>
    </dsp:sp>
    <dsp:sp modelId="{B971B8B7-8197-DF40-94B7-D04DF948C93E}">
      <dsp:nvSpPr>
        <dsp:cNvPr id="0" name=""/>
        <dsp:cNvSpPr/>
      </dsp:nvSpPr>
      <dsp:spPr>
        <a:xfrm>
          <a:off x="5332585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D3616-5140-9D4A-B0A6-0608E5978375}">
      <dsp:nvSpPr>
        <dsp:cNvPr id="0" name=""/>
        <dsp:cNvSpPr/>
      </dsp:nvSpPr>
      <dsp:spPr>
        <a:xfrm>
          <a:off x="5419157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Plan</a:t>
          </a:r>
        </a:p>
      </dsp:txBody>
      <dsp:txXfrm>
        <a:off x="5433648" y="3456831"/>
        <a:ext cx="750160" cy="465773"/>
      </dsp:txXfrm>
    </dsp:sp>
    <dsp:sp modelId="{6D5BA4A2-8D20-0449-9E98-F0EF444A63FB}">
      <dsp:nvSpPr>
        <dsp:cNvPr id="0" name=""/>
        <dsp:cNvSpPr/>
      </dsp:nvSpPr>
      <dsp:spPr>
        <a:xfrm>
          <a:off x="762207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ACFE0-43C6-F245-ADA4-A9A35786F27A}">
      <dsp:nvSpPr>
        <dsp:cNvPr id="0" name=""/>
        <dsp:cNvSpPr/>
      </dsp:nvSpPr>
      <dsp:spPr>
        <a:xfrm>
          <a:off x="770864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Develop</a:t>
          </a:r>
        </a:p>
      </dsp:txBody>
      <dsp:txXfrm>
        <a:off x="7723135" y="2735475"/>
        <a:ext cx="750160" cy="465773"/>
      </dsp:txXfrm>
    </dsp:sp>
    <dsp:sp modelId="{F7A0C49C-47A1-134D-818D-55E7FE493CB6}">
      <dsp:nvSpPr>
        <dsp:cNvPr id="0" name=""/>
        <dsp:cNvSpPr/>
      </dsp:nvSpPr>
      <dsp:spPr>
        <a:xfrm>
          <a:off x="7622073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EB28E-EED4-3D42-B6E7-4F1F94EEB9B5}">
      <dsp:nvSpPr>
        <dsp:cNvPr id="0" name=""/>
        <dsp:cNvSpPr/>
      </dsp:nvSpPr>
      <dsp:spPr>
        <a:xfrm>
          <a:off x="7708644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Code</a:t>
          </a:r>
        </a:p>
      </dsp:txBody>
      <dsp:txXfrm>
        <a:off x="7723135" y="3456831"/>
        <a:ext cx="750160" cy="465773"/>
      </dsp:txXfrm>
    </dsp:sp>
    <dsp:sp modelId="{2CCD2003-1084-6E45-A16F-8DD22C2F3363}">
      <dsp:nvSpPr>
        <dsp:cNvPr id="0" name=""/>
        <dsp:cNvSpPr/>
      </dsp:nvSpPr>
      <dsp:spPr>
        <a:xfrm>
          <a:off x="6193645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0B9CA-F9A5-4E43-AED1-DF454225F6BE}">
      <dsp:nvSpPr>
        <dsp:cNvPr id="0" name=""/>
        <dsp:cNvSpPr/>
      </dsp:nvSpPr>
      <dsp:spPr>
        <a:xfrm>
          <a:off x="6280216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1&gt;</a:t>
          </a:r>
        </a:p>
      </dsp:txBody>
      <dsp:txXfrm>
        <a:off x="6294707" y="4178187"/>
        <a:ext cx="750160" cy="465773"/>
      </dsp:txXfrm>
    </dsp:sp>
    <dsp:sp modelId="{79156C9E-B7D6-044E-BDFF-0A9B633EEE56}">
      <dsp:nvSpPr>
        <dsp:cNvPr id="0" name=""/>
        <dsp:cNvSpPr/>
      </dsp:nvSpPr>
      <dsp:spPr>
        <a:xfrm>
          <a:off x="7145930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7E3-EFC1-2649-A353-6DA6C57BE7F2}">
      <dsp:nvSpPr>
        <dsp:cNvPr id="0" name=""/>
        <dsp:cNvSpPr/>
      </dsp:nvSpPr>
      <dsp:spPr>
        <a:xfrm>
          <a:off x="723250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2&gt;</a:t>
          </a:r>
        </a:p>
      </dsp:txBody>
      <dsp:txXfrm>
        <a:off x="7246993" y="4178187"/>
        <a:ext cx="750160" cy="465773"/>
      </dsp:txXfrm>
    </dsp:sp>
    <dsp:sp modelId="{C19139E1-A0BD-5B49-997C-3539729C0F4B}">
      <dsp:nvSpPr>
        <dsp:cNvPr id="0" name=""/>
        <dsp:cNvSpPr/>
      </dsp:nvSpPr>
      <dsp:spPr>
        <a:xfrm>
          <a:off x="8098216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2F6A7-B8DB-EA4F-8B79-DB7C685DAB41}">
      <dsp:nvSpPr>
        <dsp:cNvPr id="0" name=""/>
        <dsp:cNvSpPr/>
      </dsp:nvSpPr>
      <dsp:spPr>
        <a:xfrm>
          <a:off x="8184787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3&gt;</a:t>
          </a:r>
        </a:p>
      </dsp:txBody>
      <dsp:txXfrm>
        <a:off x="8199278" y="4178187"/>
        <a:ext cx="750160" cy="465773"/>
      </dsp:txXfrm>
    </dsp:sp>
    <dsp:sp modelId="{7BC15EF3-0DDB-9343-A8E7-056233817092}">
      <dsp:nvSpPr>
        <dsp:cNvPr id="0" name=""/>
        <dsp:cNvSpPr/>
      </dsp:nvSpPr>
      <dsp:spPr>
        <a:xfrm>
          <a:off x="9050501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94B4D-0647-C949-BFC8-EF70C9EBF151}">
      <dsp:nvSpPr>
        <dsp:cNvPr id="0" name=""/>
        <dsp:cNvSpPr/>
      </dsp:nvSpPr>
      <dsp:spPr>
        <a:xfrm>
          <a:off x="913707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4&gt;</a:t>
          </a:r>
        </a:p>
      </dsp:txBody>
      <dsp:txXfrm>
        <a:off x="9151563" y="4178187"/>
        <a:ext cx="750160" cy="465773"/>
      </dsp:txXfrm>
    </dsp:sp>
    <dsp:sp modelId="{5F730CFB-B1DC-214D-A699-48CA2DB8DCBA}">
      <dsp:nvSpPr>
        <dsp:cNvPr id="0" name=""/>
        <dsp:cNvSpPr/>
      </dsp:nvSpPr>
      <dsp:spPr>
        <a:xfrm>
          <a:off x="8574358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FCE75-65B4-4940-8049-21723A96BD6C}">
      <dsp:nvSpPr>
        <dsp:cNvPr id="0" name=""/>
        <dsp:cNvSpPr/>
      </dsp:nvSpPr>
      <dsp:spPr>
        <a:xfrm>
          <a:off x="8660930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</a:t>
          </a:r>
        </a:p>
      </dsp:txBody>
      <dsp:txXfrm>
        <a:off x="8675421" y="2735475"/>
        <a:ext cx="750160" cy="465773"/>
      </dsp:txXfrm>
    </dsp:sp>
    <dsp:sp modelId="{2DCC3036-0B92-6C48-918D-7A4A72D3008D}">
      <dsp:nvSpPr>
        <dsp:cNvPr id="0" name=""/>
        <dsp:cNvSpPr/>
      </dsp:nvSpPr>
      <dsp:spPr>
        <a:xfrm>
          <a:off x="8574358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134CF-3476-EF4E-BA54-83810A8EDF1A}">
      <dsp:nvSpPr>
        <dsp:cNvPr id="0" name=""/>
        <dsp:cNvSpPr/>
      </dsp:nvSpPr>
      <dsp:spPr>
        <a:xfrm>
          <a:off x="8660930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Results</a:t>
          </a:r>
        </a:p>
      </dsp:txBody>
      <dsp:txXfrm>
        <a:off x="8675421" y="3456831"/>
        <a:ext cx="750160" cy="465773"/>
      </dsp:txXfrm>
    </dsp:sp>
    <dsp:sp modelId="{E25B53CB-CF47-6D48-8760-6D5D8C409868}">
      <dsp:nvSpPr>
        <dsp:cNvPr id="0" name=""/>
        <dsp:cNvSpPr/>
      </dsp:nvSpPr>
      <dsp:spPr>
        <a:xfrm>
          <a:off x="963516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EDA5E-C36B-0D4C-A1AC-CFD58A43DD61}">
      <dsp:nvSpPr>
        <dsp:cNvPr id="0" name=""/>
        <dsp:cNvSpPr/>
      </dsp:nvSpPr>
      <dsp:spPr>
        <a:xfrm>
          <a:off x="972173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Deploy</a:t>
          </a:r>
        </a:p>
      </dsp:txBody>
      <dsp:txXfrm>
        <a:off x="9736225" y="2735475"/>
        <a:ext cx="750160" cy="465773"/>
      </dsp:txXfrm>
    </dsp:sp>
    <dsp:sp modelId="{F661BCB1-6019-854E-AB11-069C96B73448}">
      <dsp:nvSpPr>
        <dsp:cNvPr id="0" name=""/>
        <dsp:cNvSpPr/>
      </dsp:nvSpPr>
      <dsp:spPr>
        <a:xfrm>
          <a:off x="9526644" y="3360097"/>
          <a:ext cx="996180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0961C-9DF5-F94A-882D-21B44E665106}">
      <dsp:nvSpPr>
        <dsp:cNvPr id="0" name=""/>
        <dsp:cNvSpPr/>
      </dsp:nvSpPr>
      <dsp:spPr>
        <a:xfrm>
          <a:off x="9613215" y="3442340"/>
          <a:ext cx="99618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App Video,</a:t>
          </a:r>
          <a:br>
            <a:rPr lang="en-GB" sz="1200" kern="1200" dirty="0"/>
          </a:br>
          <a:r>
            <a:rPr lang="en-GB" sz="1200" kern="1200" dirty="0"/>
            <a:t>Installation Guide</a:t>
          </a:r>
        </a:p>
      </dsp:txBody>
      <dsp:txXfrm>
        <a:off x="9627706" y="3456831"/>
        <a:ext cx="967198" cy="465773"/>
      </dsp:txXfrm>
    </dsp:sp>
    <dsp:sp modelId="{C6889B4A-A1C3-AE4F-B359-EDC34D071562}">
      <dsp:nvSpPr>
        <dsp:cNvPr id="0" name=""/>
        <dsp:cNvSpPr/>
      </dsp:nvSpPr>
      <dsp:spPr>
        <a:xfrm>
          <a:off x="10700759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FB9AC-490D-684C-AD05-725FCA559179}">
      <dsp:nvSpPr>
        <dsp:cNvPr id="0" name=""/>
        <dsp:cNvSpPr/>
      </dsp:nvSpPr>
      <dsp:spPr>
        <a:xfrm>
          <a:off x="10787330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CLOSURE</a:t>
          </a:r>
        </a:p>
      </dsp:txBody>
      <dsp:txXfrm>
        <a:off x="10801821" y="2014118"/>
        <a:ext cx="750160" cy="465773"/>
      </dsp:txXfrm>
    </dsp:sp>
    <dsp:sp modelId="{1A666A08-3657-A346-BA52-88A9FB0BBAAD}">
      <dsp:nvSpPr>
        <dsp:cNvPr id="0" name=""/>
        <dsp:cNvSpPr/>
      </dsp:nvSpPr>
      <dsp:spPr>
        <a:xfrm>
          <a:off x="10587448" y="2638741"/>
          <a:ext cx="1005764" cy="6485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7A29C-175F-3046-887F-2D268E592584}">
      <dsp:nvSpPr>
        <dsp:cNvPr id="0" name=""/>
        <dsp:cNvSpPr/>
      </dsp:nvSpPr>
      <dsp:spPr>
        <a:xfrm>
          <a:off x="10674020" y="2720984"/>
          <a:ext cx="1005764" cy="648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Lessons Learnt, Project Report</a:t>
          </a:r>
        </a:p>
      </dsp:txBody>
      <dsp:txXfrm>
        <a:off x="10693016" y="2739980"/>
        <a:ext cx="967772" cy="6105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65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11" Type="http://schemas.openxmlformats.org/officeDocument/2006/relationships/hyperlink" Target="https://cloudcounselage.graphy.com/sessions/Project-Planning-64af88dcb308530823e2c19f" TargetMode="External"/><Relationship Id="rId5" Type="http://schemas.openxmlformats.org/officeDocument/2006/relationships/image" Target="../media/image3.png"/><Relationship Id="rId10" Type="http://schemas.microsoft.com/office/2007/relationships/diagramDrawing" Target="../diagrams/drawing1.xml"/><Relationship Id="rId4" Type="http://schemas.microsoft.com/office/2007/relationships/hdphoto" Target="../media/hdphoto1.wdp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industryacademiacommunit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C906E4-D58B-47CC-8283-E362D3DD45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88" r="4442" b="243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4C517-4226-E44A-95EC-DCC249E5B48F}"/>
              </a:ext>
            </a:extLst>
          </p:cNvPr>
          <p:cNvSpPr txBox="1">
            <a:spLocks/>
          </p:cNvSpPr>
          <p:nvPr/>
        </p:nvSpPr>
        <p:spPr>
          <a:xfrm>
            <a:off x="9099036" y="5420874"/>
            <a:ext cx="2860490" cy="9326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>
                <a:solidFill>
                  <a:srgbClr val="FF0000"/>
                </a:solidFill>
                <a:latin typeface="Segoe UI"/>
                <a:cs typeface="Segoe UI"/>
              </a:rPr>
              <a:t>Please delete this sheet before submitting</a:t>
            </a:r>
          </a:p>
        </p:txBody>
      </p:sp>
    </p:spTree>
    <p:extLst>
      <p:ext uri="{BB962C8B-B14F-4D97-AF65-F5344CB8AC3E}">
        <p14:creationId xmlns:p14="http://schemas.microsoft.com/office/powerpoint/2010/main" val="1616218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23">
        <p159:morph option="byObject"/>
      </p:transition>
    </mc:Choice>
    <mc:Fallback xmlns="">
      <p:transition spd="slow" advTm="62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C21BAE-6866-4C7A-A7EC-C1B2E572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11BA3030-6194-200B-5413-94B12EAACE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t="8537"/>
          <a:stretch/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7E7D0C94-08B4-48AE-8813-CC4D60294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899" y="609600"/>
            <a:ext cx="5372101" cy="5513767"/>
          </a:xfrm>
          <a:custGeom>
            <a:avLst/>
            <a:gdLst>
              <a:gd name="connsiteX0" fmla="*/ 0 w 5372101"/>
              <a:gd name="connsiteY0" fmla="*/ 0 h 5513767"/>
              <a:gd name="connsiteX1" fmla="*/ 5372101 w 5372101"/>
              <a:gd name="connsiteY1" fmla="*/ 0 h 5513767"/>
              <a:gd name="connsiteX2" fmla="*/ 5372101 w 5372101"/>
              <a:gd name="connsiteY2" fmla="*/ 5513767 h 5513767"/>
              <a:gd name="connsiteX3" fmla="*/ 5363126 w 5372101"/>
              <a:gd name="connsiteY3" fmla="*/ 5512835 h 5513767"/>
              <a:gd name="connsiteX4" fmla="*/ 5316714 w 5372101"/>
              <a:gd name="connsiteY4" fmla="*/ 5491247 h 5513767"/>
              <a:gd name="connsiteX5" fmla="*/ 5198331 w 5372101"/>
              <a:gd name="connsiteY5" fmla="*/ 5470092 h 5513767"/>
              <a:gd name="connsiteX6" fmla="*/ 5150428 w 5372101"/>
              <a:gd name="connsiteY6" fmla="*/ 5472506 h 5513767"/>
              <a:gd name="connsiteX7" fmla="*/ 5085506 w 5372101"/>
              <a:gd name="connsiteY7" fmla="*/ 5468851 h 5513767"/>
              <a:gd name="connsiteX8" fmla="*/ 4968663 w 5372101"/>
              <a:gd name="connsiteY8" fmla="*/ 5470487 h 5513767"/>
              <a:gd name="connsiteX9" fmla="*/ 4815623 w 5372101"/>
              <a:gd name="connsiteY9" fmla="*/ 5458622 h 5513767"/>
              <a:gd name="connsiteX10" fmla="*/ 4716679 w 5372101"/>
              <a:gd name="connsiteY10" fmla="*/ 5405365 h 5513767"/>
              <a:gd name="connsiteX11" fmla="*/ 4704891 w 5372101"/>
              <a:gd name="connsiteY11" fmla="*/ 5411529 h 5513767"/>
              <a:gd name="connsiteX12" fmla="*/ 4630496 w 5372101"/>
              <a:gd name="connsiteY12" fmla="*/ 5396532 h 5513767"/>
              <a:gd name="connsiteX13" fmla="*/ 4506964 w 5372101"/>
              <a:gd name="connsiteY13" fmla="*/ 5396685 h 5513767"/>
              <a:gd name="connsiteX14" fmla="*/ 4427135 w 5372101"/>
              <a:gd name="connsiteY14" fmla="*/ 5358585 h 5513767"/>
              <a:gd name="connsiteX15" fmla="*/ 4028338 w 5372101"/>
              <a:gd name="connsiteY15" fmla="*/ 5313494 h 5513767"/>
              <a:gd name="connsiteX16" fmla="*/ 4015367 w 5372101"/>
              <a:gd name="connsiteY16" fmla="*/ 5320766 h 5513767"/>
              <a:gd name="connsiteX17" fmla="*/ 4002837 w 5372101"/>
              <a:gd name="connsiteY17" fmla="*/ 5322294 h 5513767"/>
              <a:gd name="connsiteX18" fmla="*/ 3997650 w 5372101"/>
              <a:gd name="connsiteY18" fmla="*/ 5329513 h 5513767"/>
              <a:gd name="connsiteX19" fmla="*/ 3991991 w 5372101"/>
              <a:gd name="connsiteY19" fmla="*/ 5331908 h 5513767"/>
              <a:gd name="connsiteX20" fmla="*/ 3925210 w 5372101"/>
              <a:gd name="connsiteY20" fmla="*/ 5319395 h 5513767"/>
              <a:gd name="connsiteX21" fmla="*/ 3837014 w 5372101"/>
              <a:gd name="connsiteY21" fmla="*/ 5289023 h 5513767"/>
              <a:gd name="connsiteX22" fmla="*/ 3798765 w 5372101"/>
              <a:gd name="connsiteY22" fmla="*/ 5299431 h 5513767"/>
              <a:gd name="connsiteX23" fmla="*/ 3792144 w 5372101"/>
              <a:gd name="connsiteY23" fmla="*/ 5301616 h 5513767"/>
              <a:gd name="connsiteX24" fmla="*/ 3766249 w 5372101"/>
              <a:gd name="connsiteY24" fmla="*/ 5301869 h 5513767"/>
              <a:gd name="connsiteX25" fmla="*/ 3718651 w 5372101"/>
              <a:gd name="connsiteY25" fmla="*/ 5320541 h 5513767"/>
              <a:gd name="connsiteX26" fmla="*/ 3671207 w 5372101"/>
              <a:gd name="connsiteY26" fmla="*/ 5318046 h 5513767"/>
              <a:gd name="connsiteX27" fmla="*/ 3446863 w 5372101"/>
              <a:gd name="connsiteY27" fmla="*/ 5294348 h 5513767"/>
              <a:gd name="connsiteX28" fmla="*/ 3312000 w 5372101"/>
              <a:gd name="connsiteY28" fmla="*/ 5286923 h 5513767"/>
              <a:gd name="connsiteX29" fmla="*/ 3259756 w 5372101"/>
              <a:gd name="connsiteY29" fmla="*/ 5294712 h 5513767"/>
              <a:gd name="connsiteX30" fmla="*/ 3187481 w 5372101"/>
              <a:gd name="connsiteY30" fmla="*/ 5298457 h 5513767"/>
              <a:gd name="connsiteX31" fmla="*/ 3124115 w 5372101"/>
              <a:gd name="connsiteY31" fmla="*/ 5294626 h 5513767"/>
              <a:gd name="connsiteX32" fmla="*/ 3099907 w 5372101"/>
              <a:gd name="connsiteY32" fmla="*/ 5302443 h 5513767"/>
              <a:gd name="connsiteX33" fmla="*/ 3017494 w 5372101"/>
              <a:gd name="connsiteY33" fmla="*/ 5301439 h 5513767"/>
              <a:gd name="connsiteX34" fmla="*/ 3010848 w 5372101"/>
              <a:gd name="connsiteY34" fmla="*/ 5307225 h 5513767"/>
              <a:gd name="connsiteX35" fmla="*/ 2994286 w 5372101"/>
              <a:gd name="connsiteY35" fmla="*/ 5309060 h 5513767"/>
              <a:gd name="connsiteX36" fmla="*/ 2988160 w 5372101"/>
              <a:gd name="connsiteY36" fmla="*/ 5310041 h 5513767"/>
              <a:gd name="connsiteX37" fmla="*/ 2984260 w 5372101"/>
              <a:gd name="connsiteY37" fmla="*/ 5307528 h 5513767"/>
              <a:gd name="connsiteX38" fmla="*/ 2979127 w 5372101"/>
              <a:gd name="connsiteY38" fmla="*/ 5308389 h 5513767"/>
              <a:gd name="connsiteX39" fmla="*/ 2978660 w 5372101"/>
              <a:gd name="connsiteY39" fmla="*/ 5311563 h 5513767"/>
              <a:gd name="connsiteX40" fmla="*/ 2946326 w 5372101"/>
              <a:gd name="connsiteY40" fmla="*/ 5316745 h 5513767"/>
              <a:gd name="connsiteX41" fmla="*/ 2713134 w 5372101"/>
              <a:gd name="connsiteY41" fmla="*/ 5331381 h 5513767"/>
              <a:gd name="connsiteX42" fmla="*/ 2352072 w 5372101"/>
              <a:gd name="connsiteY42" fmla="*/ 5342761 h 5513767"/>
              <a:gd name="connsiteX43" fmla="*/ 2260922 w 5372101"/>
              <a:gd name="connsiteY43" fmla="*/ 5328122 h 5513767"/>
              <a:gd name="connsiteX44" fmla="*/ 2178497 w 5372101"/>
              <a:gd name="connsiteY44" fmla="*/ 5351065 h 5513767"/>
              <a:gd name="connsiteX45" fmla="*/ 2034408 w 5372101"/>
              <a:gd name="connsiteY45" fmla="*/ 5307958 h 5513767"/>
              <a:gd name="connsiteX46" fmla="*/ 1831505 w 5372101"/>
              <a:gd name="connsiteY46" fmla="*/ 5312691 h 5513767"/>
              <a:gd name="connsiteX47" fmla="*/ 1710387 w 5372101"/>
              <a:gd name="connsiteY47" fmla="*/ 5308705 h 5513767"/>
              <a:gd name="connsiteX48" fmla="*/ 1664816 w 5372101"/>
              <a:gd name="connsiteY48" fmla="*/ 5296479 h 5513767"/>
              <a:gd name="connsiteX49" fmla="*/ 1600883 w 5372101"/>
              <a:gd name="connsiteY49" fmla="*/ 5286607 h 5513767"/>
              <a:gd name="connsiteX50" fmla="*/ 1488397 w 5372101"/>
              <a:gd name="connsiteY50" fmla="*/ 5260898 h 5513767"/>
              <a:gd name="connsiteX51" fmla="*/ 1336670 w 5372101"/>
              <a:gd name="connsiteY51" fmla="*/ 5240770 h 5513767"/>
              <a:gd name="connsiteX52" fmla="*/ 1224297 w 5372101"/>
              <a:gd name="connsiteY52" fmla="*/ 5271845 h 5513767"/>
              <a:gd name="connsiteX53" fmla="*/ 1214830 w 5372101"/>
              <a:gd name="connsiteY53" fmla="*/ 5263450 h 5513767"/>
              <a:gd name="connsiteX54" fmla="*/ 1138181 w 5372101"/>
              <a:gd name="connsiteY54" fmla="*/ 5262590 h 5513767"/>
              <a:gd name="connsiteX55" fmla="*/ 943575 w 5372101"/>
              <a:gd name="connsiteY55" fmla="*/ 5290808 h 5513767"/>
              <a:gd name="connsiteX56" fmla="*/ 529813 w 5372101"/>
              <a:gd name="connsiteY56" fmla="*/ 5218555 h 5513767"/>
              <a:gd name="connsiteX57" fmla="*/ 519546 w 5372101"/>
              <a:gd name="connsiteY57" fmla="*/ 5208845 h 5513767"/>
              <a:gd name="connsiteX58" fmla="*/ 507906 w 5372101"/>
              <a:gd name="connsiteY58" fmla="*/ 5204779 h 5513767"/>
              <a:gd name="connsiteX59" fmla="*/ 505153 w 5372101"/>
              <a:gd name="connsiteY59" fmla="*/ 5196726 h 5513767"/>
              <a:gd name="connsiteX60" fmla="*/ 500429 w 5372101"/>
              <a:gd name="connsiteY60" fmla="*/ 5193241 h 5513767"/>
              <a:gd name="connsiteX61" fmla="*/ 431923 w 5372101"/>
              <a:gd name="connsiteY61" fmla="*/ 5191553 h 5513767"/>
              <a:gd name="connsiteX62" fmla="*/ 337115 w 5372101"/>
              <a:gd name="connsiteY62" fmla="*/ 5202714 h 5513767"/>
              <a:gd name="connsiteX63" fmla="*/ 303383 w 5372101"/>
              <a:gd name="connsiteY63" fmla="*/ 5184750 h 5513767"/>
              <a:gd name="connsiteX64" fmla="*/ 297664 w 5372101"/>
              <a:gd name="connsiteY64" fmla="*/ 5181269 h 5513767"/>
              <a:gd name="connsiteX65" fmla="*/ 272701 w 5372101"/>
              <a:gd name="connsiteY65" fmla="*/ 5175678 h 5513767"/>
              <a:gd name="connsiteX66" fmla="*/ 268242 w 5372101"/>
              <a:gd name="connsiteY66" fmla="*/ 5163678 h 5513767"/>
              <a:gd name="connsiteX67" fmla="*/ 232517 w 5372101"/>
              <a:gd name="connsiteY67" fmla="*/ 5147792 h 5513767"/>
              <a:gd name="connsiteX68" fmla="*/ 185851 w 5372101"/>
              <a:gd name="connsiteY68" fmla="*/ 5140408 h 5513767"/>
              <a:gd name="connsiteX69" fmla="*/ 20337 w 5372101"/>
              <a:gd name="connsiteY69" fmla="*/ 5113040 h 5513767"/>
              <a:gd name="connsiteX70" fmla="*/ 0 w 5372101"/>
              <a:gd name="connsiteY70" fmla="*/ 5112243 h 551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5372101" h="5513767">
                <a:moveTo>
                  <a:pt x="0" y="0"/>
                </a:moveTo>
                <a:lnTo>
                  <a:pt x="5372101" y="0"/>
                </a:lnTo>
                <a:lnTo>
                  <a:pt x="5372101" y="5513767"/>
                </a:lnTo>
                <a:lnTo>
                  <a:pt x="5363126" y="5512835"/>
                </a:lnTo>
                <a:cubicBezTo>
                  <a:pt x="5345779" y="5509071"/>
                  <a:pt x="5329767" y="5502649"/>
                  <a:pt x="5316714" y="5491247"/>
                </a:cubicBezTo>
                <a:cubicBezTo>
                  <a:pt x="5295689" y="5478131"/>
                  <a:pt x="5219502" y="5459909"/>
                  <a:pt x="5198331" y="5470092"/>
                </a:cubicBezTo>
                <a:cubicBezTo>
                  <a:pt x="5181052" y="5469102"/>
                  <a:pt x="5165047" y="5459569"/>
                  <a:pt x="5150428" y="5472506"/>
                </a:cubicBezTo>
                <a:cubicBezTo>
                  <a:pt x="5129562" y="5487248"/>
                  <a:pt x="5088050" y="5445894"/>
                  <a:pt x="5085506" y="5468851"/>
                </a:cubicBezTo>
                <a:cubicBezTo>
                  <a:pt x="5055692" y="5440170"/>
                  <a:pt x="5006122" y="5469577"/>
                  <a:pt x="4968663" y="5470487"/>
                </a:cubicBezTo>
                <a:cubicBezTo>
                  <a:pt x="4947085" y="5444049"/>
                  <a:pt x="4889767" y="5472037"/>
                  <a:pt x="4815623" y="5458622"/>
                </a:cubicBezTo>
                <a:cubicBezTo>
                  <a:pt x="4792418" y="5428488"/>
                  <a:pt x="4765548" y="5449887"/>
                  <a:pt x="4716679" y="5405365"/>
                </a:cubicBezTo>
                <a:cubicBezTo>
                  <a:pt x="4713235" y="5407807"/>
                  <a:pt x="4709266" y="5409883"/>
                  <a:pt x="4704891" y="5411529"/>
                </a:cubicBezTo>
                <a:cubicBezTo>
                  <a:pt x="4679473" y="5421092"/>
                  <a:pt x="4646164" y="5414379"/>
                  <a:pt x="4630496" y="5396532"/>
                </a:cubicBezTo>
                <a:cubicBezTo>
                  <a:pt x="4590205" y="5365061"/>
                  <a:pt x="4548419" y="5412094"/>
                  <a:pt x="4506964" y="5396685"/>
                </a:cubicBezTo>
                <a:lnTo>
                  <a:pt x="4427135" y="5358585"/>
                </a:lnTo>
                <a:cubicBezTo>
                  <a:pt x="4319267" y="5308575"/>
                  <a:pt x="4152341" y="5340956"/>
                  <a:pt x="4028338" y="5313494"/>
                </a:cubicBezTo>
                <a:lnTo>
                  <a:pt x="4015367" y="5320766"/>
                </a:lnTo>
                <a:lnTo>
                  <a:pt x="4002837" y="5322294"/>
                </a:lnTo>
                <a:lnTo>
                  <a:pt x="3997650" y="5329513"/>
                </a:lnTo>
                <a:lnTo>
                  <a:pt x="3991991" y="5331908"/>
                </a:lnTo>
                <a:cubicBezTo>
                  <a:pt x="3969659" y="5338581"/>
                  <a:pt x="3978880" y="5316131"/>
                  <a:pt x="3925210" y="5319395"/>
                </a:cubicBezTo>
                <a:cubicBezTo>
                  <a:pt x="3947765" y="5277139"/>
                  <a:pt x="3837331" y="5338342"/>
                  <a:pt x="3837014" y="5289023"/>
                </a:cubicBezTo>
                <a:cubicBezTo>
                  <a:pt x="3824001" y="5291376"/>
                  <a:pt x="3811407" y="5295212"/>
                  <a:pt x="3798765" y="5299431"/>
                </a:cubicBezTo>
                <a:lnTo>
                  <a:pt x="3792144" y="5301616"/>
                </a:lnTo>
                <a:lnTo>
                  <a:pt x="3766249" y="5301869"/>
                </a:lnTo>
                <a:lnTo>
                  <a:pt x="3718651" y="5320541"/>
                </a:lnTo>
                <a:cubicBezTo>
                  <a:pt x="3703968" y="5321892"/>
                  <a:pt x="3688308" y="5321427"/>
                  <a:pt x="3671207" y="5318046"/>
                </a:cubicBezTo>
                <a:cubicBezTo>
                  <a:pt x="3616458" y="5288532"/>
                  <a:pt x="3514048" y="5333307"/>
                  <a:pt x="3446863" y="5294348"/>
                </a:cubicBezTo>
                <a:cubicBezTo>
                  <a:pt x="3420930" y="5283822"/>
                  <a:pt x="3333157" y="5274511"/>
                  <a:pt x="3312000" y="5286923"/>
                </a:cubicBezTo>
                <a:cubicBezTo>
                  <a:pt x="3292759" y="5287903"/>
                  <a:pt x="3273112" y="5280334"/>
                  <a:pt x="3259756" y="5294712"/>
                </a:cubicBezTo>
                <a:cubicBezTo>
                  <a:pt x="3239905" y="5311572"/>
                  <a:pt x="3185410" y="5275588"/>
                  <a:pt x="3187481" y="5298457"/>
                </a:cubicBezTo>
                <a:cubicBezTo>
                  <a:pt x="3168018" y="5286036"/>
                  <a:pt x="3146200" y="5288458"/>
                  <a:pt x="3124115" y="5294626"/>
                </a:cubicBezTo>
                <a:lnTo>
                  <a:pt x="3099907" y="5302443"/>
                </a:lnTo>
                <a:lnTo>
                  <a:pt x="3017494" y="5301439"/>
                </a:lnTo>
                <a:lnTo>
                  <a:pt x="3010848" y="5307225"/>
                </a:lnTo>
                <a:lnTo>
                  <a:pt x="2994286" y="5309060"/>
                </a:lnTo>
                <a:lnTo>
                  <a:pt x="2988160" y="5310041"/>
                </a:lnTo>
                <a:lnTo>
                  <a:pt x="2984260" y="5307528"/>
                </a:lnTo>
                <a:cubicBezTo>
                  <a:pt x="2981957" y="5306419"/>
                  <a:pt x="2980273" y="5306402"/>
                  <a:pt x="2979127" y="5308389"/>
                </a:cubicBezTo>
                <a:cubicBezTo>
                  <a:pt x="2978971" y="5309447"/>
                  <a:pt x="2978816" y="5310505"/>
                  <a:pt x="2978660" y="5311563"/>
                </a:cubicBezTo>
                <a:lnTo>
                  <a:pt x="2946326" y="5316745"/>
                </a:lnTo>
                <a:lnTo>
                  <a:pt x="2713134" y="5331381"/>
                </a:lnTo>
                <a:cubicBezTo>
                  <a:pt x="2610698" y="5372328"/>
                  <a:pt x="2466037" y="5325762"/>
                  <a:pt x="2352072" y="5342761"/>
                </a:cubicBezTo>
                <a:cubicBezTo>
                  <a:pt x="2293501" y="5293708"/>
                  <a:pt x="2324138" y="5338538"/>
                  <a:pt x="2260922" y="5328122"/>
                </a:cubicBezTo>
                <a:cubicBezTo>
                  <a:pt x="2275681" y="5372347"/>
                  <a:pt x="2185007" y="5301703"/>
                  <a:pt x="2178497" y="5351065"/>
                </a:cubicBezTo>
                <a:cubicBezTo>
                  <a:pt x="2133294" y="5337229"/>
                  <a:pt x="2097074" y="5300208"/>
                  <a:pt x="2034408" y="5307958"/>
                </a:cubicBezTo>
                <a:cubicBezTo>
                  <a:pt x="1981894" y="5332879"/>
                  <a:pt x="1896288" y="5279365"/>
                  <a:pt x="1831505" y="5312691"/>
                </a:cubicBezTo>
                <a:cubicBezTo>
                  <a:pt x="1807063" y="5321035"/>
                  <a:pt x="1727674" y="5322925"/>
                  <a:pt x="1710387" y="5308705"/>
                </a:cubicBezTo>
                <a:cubicBezTo>
                  <a:pt x="1693367" y="5306094"/>
                  <a:pt x="1674901" y="5312009"/>
                  <a:pt x="1664816" y="5296479"/>
                </a:cubicBezTo>
                <a:cubicBezTo>
                  <a:pt x="1649255" y="5277912"/>
                  <a:pt x="1596152" y="5309335"/>
                  <a:pt x="1600883" y="5286607"/>
                </a:cubicBezTo>
                <a:cubicBezTo>
                  <a:pt x="1563066" y="5308189"/>
                  <a:pt x="1524339" y="5269513"/>
                  <a:pt x="1488397" y="5260898"/>
                </a:cubicBezTo>
                <a:cubicBezTo>
                  <a:pt x="1459246" y="5282011"/>
                  <a:pt x="1412580" y="5243108"/>
                  <a:pt x="1336670" y="5240770"/>
                </a:cubicBezTo>
                <a:cubicBezTo>
                  <a:pt x="1304792" y="5265122"/>
                  <a:pt x="1285508" y="5238878"/>
                  <a:pt x="1224297" y="5271845"/>
                </a:cubicBezTo>
                <a:cubicBezTo>
                  <a:pt x="1221731" y="5268771"/>
                  <a:pt x="1218543" y="5265944"/>
                  <a:pt x="1214830" y="5263450"/>
                </a:cubicBezTo>
                <a:cubicBezTo>
                  <a:pt x="1193241" y="5248952"/>
                  <a:pt x="1158925" y="5248567"/>
                  <a:pt x="1138181" y="5262590"/>
                </a:cubicBezTo>
                <a:lnTo>
                  <a:pt x="943575" y="5290808"/>
                </a:lnTo>
                <a:cubicBezTo>
                  <a:pt x="823587" y="5316899"/>
                  <a:pt x="658340" y="5217603"/>
                  <a:pt x="529813" y="5218555"/>
                </a:cubicBezTo>
                <a:lnTo>
                  <a:pt x="519546" y="5208845"/>
                </a:lnTo>
                <a:lnTo>
                  <a:pt x="507906" y="5204779"/>
                </a:lnTo>
                <a:lnTo>
                  <a:pt x="505153" y="5196726"/>
                </a:lnTo>
                <a:lnTo>
                  <a:pt x="500429" y="5193241"/>
                </a:lnTo>
                <a:cubicBezTo>
                  <a:pt x="480923" y="5182176"/>
                  <a:pt x="482807" y="5205793"/>
                  <a:pt x="431923" y="5191553"/>
                </a:cubicBezTo>
                <a:cubicBezTo>
                  <a:pt x="440499" y="5237077"/>
                  <a:pt x="352872" y="5155083"/>
                  <a:pt x="337115" y="5202714"/>
                </a:cubicBezTo>
                <a:cubicBezTo>
                  <a:pt x="325265" y="5197752"/>
                  <a:pt x="314288" y="5191441"/>
                  <a:pt x="303383" y="5184750"/>
                </a:cubicBezTo>
                <a:lnTo>
                  <a:pt x="297664" y="5181269"/>
                </a:lnTo>
                <a:lnTo>
                  <a:pt x="272701" y="5175678"/>
                </a:lnTo>
                <a:lnTo>
                  <a:pt x="268242" y="5163678"/>
                </a:lnTo>
                <a:lnTo>
                  <a:pt x="232517" y="5147792"/>
                </a:lnTo>
                <a:cubicBezTo>
                  <a:pt x="218741" y="5143453"/>
                  <a:pt x="203450" y="5140668"/>
                  <a:pt x="185851" y="5140408"/>
                </a:cubicBezTo>
                <a:cubicBezTo>
                  <a:pt x="139207" y="5153337"/>
                  <a:pt x="79723" y="5120316"/>
                  <a:pt x="20337" y="5113040"/>
                </a:cubicBezTo>
                <a:lnTo>
                  <a:pt x="0" y="5112243"/>
                </a:lnTo>
                <a:close/>
              </a:path>
            </a:pathLst>
          </a:custGeom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E57714-CE03-2B48-9B4E-D581F9F7B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8" y="706402"/>
            <a:ext cx="5372101" cy="13393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>
                <a:latin typeface="+mn-lt"/>
              </a:rPr>
              <a:t>Using The </a:t>
            </a:r>
            <a:br>
              <a:rPr lang="en-US" sz="3600" b="1" dirty="0">
                <a:latin typeface="+mn-lt"/>
              </a:rPr>
            </a:br>
            <a:r>
              <a:rPr lang="en-US" sz="3100" b="1" dirty="0">
                <a:latin typeface="+mn-lt"/>
              </a:rPr>
              <a:t>WORK BREAKDOWN STRUCTURE </a:t>
            </a:r>
            <a:br>
              <a:rPr lang="en-US" sz="3600" b="1" dirty="0">
                <a:latin typeface="+mn-lt"/>
              </a:rPr>
            </a:br>
            <a:r>
              <a:rPr lang="en-US" sz="3100" dirty="0">
                <a:latin typeface="+mn-lt"/>
              </a:rPr>
              <a:t>Sheet</a:t>
            </a:r>
            <a:endParaRPr lang="en-US" sz="3600" dirty="0">
              <a:latin typeface="+mn-lt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F0C518C2-0AA4-470C-87B9-9CBF428F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64666" y="399531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513F0-A561-AD47-83B5-C32ED894E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895" y="2377048"/>
            <a:ext cx="4866468" cy="3109740"/>
          </a:xfrm>
        </p:spPr>
        <p:txBody>
          <a:bodyPr anchor="b">
            <a:noAutofit/>
          </a:bodyPr>
          <a:lstStyle/>
          <a:p>
            <a:r>
              <a:rPr lang="en-IN" sz="1600" dirty="0">
                <a:latin typeface="Segoe UI"/>
                <a:cs typeface="Segoe UI"/>
              </a:rPr>
              <a:t>Before submitting the file, please rename the file as </a:t>
            </a:r>
            <a:r>
              <a:rPr lang="en-IN" sz="1600" b="1" dirty="0">
                <a:latin typeface="Segoe UI"/>
                <a:cs typeface="Segoe UI"/>
              </a:rPr>
              <a:t>‘IAC IP23 – WBS – Your Domain Name – Your full name’ and submit as PDF</a:t>
            </a:r>
            <a:endParaRPr lang="en-IN" sz="1100" u="sng" dirty="0">
              <a:latin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</a:rPr>
              <a:t>The Work Breakdown Structure (WBS) provided is just a guideline, you are allowed to modify the same based on your 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</a:rPr>
              <a:t>Given the timeline and deliverables the WBS is based on Waterfall Methodology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i="0" dirty="0">
                <a:effectLst/>
                <a:latin typeface="Segoe UI" panose="020B0502040204020203" pitchFamily="34" charset="0"/>
              </a:rPr>
              <a:t>Add tasks wherever required based on your 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i="0" dirty="0">
                <a:effectLst/>
                <a:latin typeface="Segoe UI" panose="020B0502040204020203" pitchFamily="34" charset="0"/>
              </a:rPr>
              <a:t>Follow the below colours for Project hierarchy</a:t>
            </a:r>
          </a:p>
        </p:txBody>
      </p:sp>
      <p:pic>
        <p:nvPicPr>
          <p:cNvPr id="8" name="Picture 7" descr="Chart, pie chart&#10;&#10;Description automatically generated">
            <a:extLst>
              <a:ext uri="{FF2B5EF4-FFF2-40B4-BE49-F238E27FC236}">
                <a16:creationId xmlns:a16="http://schemas.microsoft.com/office/drawing/2014/main" id="{1BB69730-22D6-DA41-BC95-6D1BB7BBBA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80437" y="328924"/>
            <a:ext cx="1218279" cy="932675"/>
          </a:xfrm>
          <a:prstGeom prst="rect">
            <a:avLst/>
          </a:prstGeom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9B19A716-4C11-E748-BC5E-ECEC1B7C1F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0975022"/>
              </p:ext>
            </p:extLst>
          </p:nvPr>
        </p:nvGraphicFramePr>
        <p:xfrm>
          <a:off x="254213" y="4836875"/>
          <a:ext cx="7020732" cy="23884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37D6076-F6F7-2444-9C8E-85A5D3B4F4B7}"/>
              </a:ext>
            </a:extLst>
          </p:cNvPr>
          <p:cNvSpPr txBox="1">
            <a:spLocks/>
          </p:cNvSpPr>
          <p:nvPr/>
        </p:nvSpPr>
        <p:spPr>
          <a:xfrm>
            <a:off x="9331511" y="3778053"/>
            <a:ext cx="2860490" cy="9326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>
                <a:solidFill>
                  <a:srgbClr val="FF0000"/>
                </a:solidFill>
                <a:latin typeface="Segoe UI"/>
                <a:cs typeface="Segoe UI"/>
              </a:rPr>
              <a:t>Please delete this sheet before submitting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38F168-FFB8-3FE4-B3A1-6533AAE0CB2C}"/>
              </a:ext>
            </a:extLst>
          </p:cNvPr>
          <p:cNvSpPr txBox="1"/>
          <p:nvPr/>
        </p:nvSpPr>
        <p:spPr>
          <a:xfrm>
            <a:off x="1029419" y="1906438"/>
            <a:ext cx="4799162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100" dirty="0"/>
              <a:t>Should you face any difficulty in completing this phase, please refer to </a:t>
            </a:r>
            <a:r>
              <a:rPr lang="en-IN" sz="1100" b="1" dirty="0"/>
              <a:t>'Project Planning' </a:t>
            </a:r>
            <a:r>
              <a:rPr lang="en-IN" sz="1100" dirty="0"/>
              <a:t>Workshop, </a:t>
            </a:r>
            <a:r>
              <a:rPr lang="en-IN" sz="1100" dirty="0">
                <a:hlinkClick r:id="rId11"/>
              </a:rPr>
              <a:t>https://cloudcounselage.graphy.com/sessions/Project-Planning-64af88dcb308530823e2c19f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57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IP23 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‘Software Development’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5618885"/>
              </p:ext>
            </p:extLst>
          </p:nvPr>
        </p:nvGraphicFramePr>
        <p:xfrm>
          <a:off x="254213" y="1654487"/>
          <a:ext cx="11683574" cy="5080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-412239" y="-1971101"/>
            <a:ext cx="1781737" cy="4842197"/>
            <a:chOff x="0" y="0"/>
            <a:chExt cx="703896" cy="19129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3896" cy="1912967"/>
            </a:xfrm>
            <a:custGeom>
              <a:avLst/>
              <a:gdLst/>
              <a:ahLst/>
              <a:cxnLst/>
              <a:rect l="l" t="t" r="r" b="b"/>
              <a:pathLst>
                <a:path w="703896" h="1912967">
                  <a:moveTo>
                    <a:pt x="0" y="0"/>
                  </a:moveTo>
                  <a:lnTo>
                    <a:pt x="703896" y="0"/>
                  </a:lnTo>
                  <a:lnTo>
                    <a:pt x="703896" y="1912967"/>
                  </a:lnTo>
                  <a:lnTo>
                    <a:pt x="0" y="191296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1783646">
            <a:off x="-1006336" y="-743958"/>
            <a:ext cx="1727896" cy="3333140"/>
            <a:chOff x="0" y="0"/>
            <a:chExt cx="682626" cy="13167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-2700000">
            <a:off x="10825160" y="-1966213"/>
            <a:ext cx="1781737" cy="4842197"/>
            <a:chOff x="0" y="0"/>
            <a:chExt cx="703896" cy="19129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3896" cy="1912967"/>
            </a:xfrm>
            <a:custGeom>
              <a:avLst/>
              <a:gdLst/>
              <a:ahLst/>
              <a:cxnLst/>
              <a:rect l="l" t="t" r="r" b="b"/>
              <a:pathLst>
                <a:path w="703896" h="1912967">
                  <a:moveTo>
                    <a:pt x="0" y="0"/>
                  </a:moveTo>
                  <a:lnTo>
                    <a:pt x="703896" y="0"/>
                  </a:lnTo>
                  <a:lnTo>
                    <a:pt x="703896" y="1912967"/>
                  </a:lnTo>
                  <a:lnTo>
                    <a:pt x="0" y="191296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-1786684">
            <a:off x="11470041" y="-743958"/>
            <a:ext cx="1727896" cy="3333140"/>
            <a:chOff x="0" y="0"/>
            <a:chExt cx="682626" cy="13167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-1804907">
            <a:off x="-1245617" y="4508896"/>
            <a:ext cx="1768489" cy="3411446"/>
            <a:chOff x="0" y="0"/>
            <a:chExt cx="682626" cy="13167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4662" tIns="34662" rIns="34662" bIns="34662" rtlCol="0" anchor="ctr"/>
            <a:lstStyle/>
            <a:p>
              <a:pPr algn="ctr" defTabSz="609630">
                <a:lnSpc>
                  <a:spcPts val="1815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1820204">
            <a:off x="11664548" y="4508477"/>
            <a:ext cx="1768489" cy="3411446"/>
            <a:chOff x="0" y="0"/>
            <a:chExt cx="682626" cy="13167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4662" tIns="34662" rIns="34662" bIns="34662" rtlCol="0" anchor="ctr"/>
            <a:lstStyle/>
            <a:p>
              <a:pPr algn="ctr" defTabSz="609630">
                <a:lnSpc>
                  <a:spcPts val="1815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-3580575">
            <a:off x="10483865" y="-1775583"/>
            <a:ext cx="1727896" cy="3333140"/>
            <a:chOff x="0" y="0"/>
            <a:chExt cx="682626" cy="131679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3600487">
            <a:off x="-20265" y="-1787765"/>
            <a:ext cx="1727896" cy="3333140"/>
            <a:chOff x="0" y="0"/>
            <a:chExt cx="682626" cy="131679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-2700000">
            <a:off x="11560080" y="246335"/>
            <a:ext cx="1243416" cy="1243416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-2700000">
            <a:off x="10453175" y="6354299"/>
            <a:ext cx="1243416" cy="1243416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-2700000">
            <a:off x="495409" y="6354299"/>
            <a:ext cx="1243416" cy="1243416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 rot="-2700000">
            <a:off x="-610793" y="246335"/>
            <a:ext cx="1243416" cy="1243416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38" name="AutoShape 38"/>
          <p:cNvSpPr/>
          <p:nvPr/>
        </p:nvSpPr>
        <p:spPr>
          <a:xfrm>
            <a:off x="5691076" y="5867400"/>
            <a:ext cx="708343" cy="0"/>
          </a:xfrm>
          <a:prstGeom prst="line">
            <a:avLst/>
          </a:prstGeom>
          <a:ln w="85725" cap="rnd">
            <a:solidFill>
              <a:srgbClr val="F59E01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25425" y="234483"/>
            <a:ext cx="2189224" cy="1400369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2935193" y="1856438"/>
            <a:ext cx="6171995" cy="78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6524"/>
              </a:lnSpc>
              <a:spcBef>
                <a:spcPct val="0"/>
              </a:spcBef>
            </a:pPr>
            <a:r>
              <a:rPr lang="en-US" sz="4660" b="1" dirty="0">
                <a:solidFill>
                  <a:srgbClr val="EA7317"/>
                </a:solidFill>
                <a:latin typeface="Calibri"/>
              </a:rPr>
              <a:t>Our Contact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449820" y="5294157"/>
            <a:ext cx="5283200" cy="308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499"/>
              </a:lnSpc>
            </a:pPr>
            <a:r>
              <a:rPr lang="en-US" sz="2000" u="sng" dirty="0" err="1">
                <a:solidFill>
                  <a:srgbClr val="000000"/>
                </a:solidFill>
                <a:latin typeface="Calibri"/>
              </a:rPr>
              <a:t>Member</a:t>
            </a:r>
            <a:r>
              <a:rPr lang="en-US" sz="1600" u="sng" dirty="0" err="1">
                <a:solidFill>
                  <a:srgbClr val="000000"/>
                </a:solidFill>
                <a:latin typeface="Calibri"/>
              </a:rPr>
              <a:t>@</a:t>
            </a:r>
            <a:r>
              <a:rPr lang="en-US" sz="2000" u="sng" dirty="0" err="1">
                <a:solidFill>
                  <a:srgbClr val="000000"/>
                </a:solidFill>
                <a:latin typeface="Calibri"/>
              </a:rPr>
              <a:t>IndustryAcademiaCommunity</a:t>
            </a:r>
            <a:r>
              <a:rPr lang="en-US" sz="1600" u="sng" dirty="0" err="1">
                <a:solidFill>
                  <a:srgbClr val="000000"/>
                </a:solidFill>
                <a:latin typeface="Calibri"/>
              </a:rPr>
              <a:t>.com</a:t>
            </a:r>
            <a:endParaRPr lang="en-US" sz="1600" u="sng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0" name="Picture 49" descr="Qr code&#10;&#10;Description automatically generated">
            <a:extLst>
              <a:ext uri="{FF2B5EF4-FFF2-40B4-BE49-F238E27FC236}">
                <a16:creationId xmlns:a16="http://schemas.microsoft.com/office/drawing/2014/main" id="{5E4401F0-B2EE-F448-846C-6D2D491EB6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8000" r="9895" b="8000"/>
          <a:stretch/>
        </p:blipFill>
        <p:spPr>
          <a:xfrm>
            <a:off x="5080008" y="3019396"/>
            <a:ext cx="2034641" cy="2133600"/>
          </a:xfrm>
          <a:prstGeom prst="rect">
            <a:avLst/>
          </a:prstGeom>
        </p:spPr>
      </p:pic>
      <p:sp>
        <p:nvSpPr>
          <p:cNvPr id="55" name="TextBox 15">
            <a:extLst>
              <a:ext uri="{FF2B5EF4-FFF2-40B4-BE49-F238E27FC236}">
                <a16:creationId xmlns:a16="http://schemas.microsoft.com/office/drawing/2014/main" id="{B397D929-74BF-9A4D-B263-A172572E5C90}"/>
              </a:ext>
            </a:extLst>
          </p:cNvPr>
          <p:cNvSpPr txBox="1"/>
          <p:nvPr/>
        </p:nvSpPr>
        <p:spPr>
          <a:xfrm>
            <a:off x="2724787" y="6051642"/>
            <a:ext cx="6657733" cy="503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000"/>
              </a:lnSpc>
            </a:pPr>
            <a:r>
              <a:rPr lang="en-US" sz="1600" dirty="0">
                <a:solidFill>
                  <a:srgbClr val="000000"/>
                </a:solidFill>
                <a:latin typeface="Calibri"/>
              </a:rPr>
              <a:t>You may even raise queries in the Q&amp;A section of your respective domain community on the IAC platform</a:t>
            </a:r>
            <a:endParaRPr lang="en-US" sz="1600" dirty="0">
              <a:solidFill>
                <a:srgbClr val="000000"/>
              </a:solidFill>
              <a:latin typeface="Calibri"/>
              <a:hlinkClick r:id="rId4" tooltip="https://industryacademiacommunity.com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F23D5A83-F135-234F-A697-40F4A0FCB1CB}"/>
              </a:ext>
            </a:extLst>
          </p:cNvPr>
          <p:cNvSpPr txBox="1">
            <a:spLocks/>
          </p:cNvSpPr>
          <p:nvPr/>
        </p:nvSpPr>
        <p:spPr>
          <a:xfrm>
            <a:off x="9331511" y="3778053"/>
            <a:ext cx="2860490" cy="9326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>
                <a:solidFill>
                  <a:srgbClr val="FF0000"/>
                </a:solidFill>
                <a:latin typeface="Segoe UI"/>
                <a:cs typeface="Segoe UI"/>
              </a:rPr>
              <a:t>Please delete </a:t>
            </a:r>
            <a:r>
              <a:rPr lang="en-IN" sz="3600">
                <a:solidFill>
                  <a:srgbClr val="FF0000"/>
                </a:solidFill>
                <a:latin typeface="Segoe UI"/>
                <a:cs typeface="Segoe UI"/>
              </a:rPr>
              <a:t>this sheet </a:t>
            </a:r>
            <a:r>
              <a:rPr lang="en-IN" sz="3600" dirty="0">
                <a:solidFill>
                  <a:srgbClr val="FF0000"/>
                </a:solidFill>
                <a:latin typeface="Segoe UI"/>
                <a:cs typeface="Segoe UI"/>
              </a:rPr>
              <a:t>before submitting</a:t>
            </a:r>
          </a:p>
        </p:txBody>
      </p:sp>
    </p:spTree>
    <p:extLst>
      <p:ext uri="{BB962C8B-B14F-4D97-AF65-F5344CB8AC3E}">
        <p14:creationId xmlns:p14="http://schemas.microsoft.com/office/powerpoint/2010/main" val="331125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customXml/itemProps2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6782</TotalTime>
  <Words>255</Words>
  <Application>Microsoft Office PowerPoint</Application>
  <PresentationFormat>Widescreen</PresentationFormat>
  <Paragraphs>51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inherit</vt:lpstr>
      <vt:lpstr>Segoe UI</vt:lpstr>
      <vt:lpstr>Office Theme</vt:lpstr>
      <vt:lpstr>PowerPoint Presentation</vt:lpstr>
      <vt:lpstr>Using The  WORK BREAKDOWN STRUCTURE  Sheet</vt:lpstr>
      <vt:lpstr>WORK BREAKDOWN STRUCTURE –  IP23 Live Project Deliverables–  ‘Software Development’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Suraj Mane</cp:lastModifiedBy>
  <cp:revision>241</cp:revision>
  <dcterms:created xsi:type="dcterms:W3CDTF">2023-07-15T03:43:48Z</dcterms:created>
  <dcterms:modified xsi:type="dcterms:W3CDTF">2025-11-17T11:29:53Z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